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lsb" ContentType="application/vnd.ms-excel.sheet.binary.macroEnabled.12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charts/chart1.xml" ContentType="application/vnd.openxmlformats-officedocument.drawingml.char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3"/>
  </p:sldMasterIdLst>
  <p:sldIdLst>
    <p:sldId id="257" r:id="rId4"/>
  </p:sldIdLst>
  <p:sldSz cx="12192000" cy="6858000"/>
  <p:notesSz cx="6797675" cy="9926638"/>
  <p:custDataLst>
    <p:tags r:id="rId5"/>
  </p:custDataLst>
  <p:defaultTextStyle>
    <a:defPPr>
      <a:defRPr lang="en-US"/>
    </a:defPPr>
    <a:lvl1pPr marL="177800" indent="-177800" algn="l" defTabSz="711200" rtl="0" eaLnBrk="1" latinLnBrk="0" hangingPunct="1">
      <a:spcBef>
        <a:spcPts val="1200"/>
      </a:spcBef>
      <a:buChar char="•"/>
      <a:defRPr sz="1600" kern="1200">
        <a:solidFill>
          <a:schemeClr val="tx1"/>
        </a:solidFill>
        <a:latin typeface="+mn-lt"/>
        <a:ea typeface="+mn-ea"/>
        <a:cs typeface="+mn-cs"/>
      </a:defRPr>
    </a:lvl1pPr>
    <a:lvl2pPr marL="355600" indent="-177800" algn="l" defTabSz="711200" rtl="0" eaLnBrk="1" latinLnBrk="0" hangingPunct="1">
      <a:spcBef>
        <a:spcPts val="600"/>
      </a:spcBef>
      <a:buChar char="–"/>
      <a:defRPr sz="1400" kern="1200">
        <a:solidFill>
          <a:schemeClr val="tx1"/>
        </a:solidFill>
        <a:latin typeface="+mn-lt"/>
        <a:ea typeface="+mn-ea"/>
        <a:cs typeface="+mn-cs"/>
      </a:defRPr>
    </a:lvl2pPr>
    <a:lvl3pPr marL="533400" indent="-177800" algn="l" defTabSz="711200" rtl="0" eaLnBrk="1" latinLnBrk="0" hangingPunct="1">
      <a:spcBef>
        <a:spcPts val="600"/>
      </a:spcBef>
      <a:buChar char="&gt;"/>
      <a:defRPr sz="1400" kern="1200">
        <a:solidFill>
          <a:schemeClr val="tx1"/>
        </a:solidFill>
        <a:latin typeface="+mn-lt"/>
        <a:ea typeface="+mn-ea"/>
        <a:cs typeface="+mn-cs"/>
      </a:defRPr>
    </a:lvl3pPr>
    <a:lvl4pPr marL="711200" indent="-177800" algn="l" defTabSz="711200" rtl="0" eaLnBrk="1" latinLnBrk="0" hangingPunct="1">
      <a:spcBef>
        <a:spcPts val="600"/>
      </a:spcBef>
      <a:buChar char="–"/>
      <a:defRPr sz="1400" kern="1200">
        <a:solidFill>
          <a:schemeClr val="tx1"/>
        </a:solidFill>
        <a:latin typeface="+mn-lt"/>
        <a:ea typeface="+mn-ea"/>
        <a:cs typeface="+mn-cs"/>
      </a:defRPr>
    </a:lvl4pPr>
    <a:lvl5pPr marL="889000" indent="-177800" algn="l" defTabSz="711200" rtl="0" eaLnBrk="1" latinLnBrk="0" hangingPunct="1">
      <a:spcBef>
        <a:spcPts val="600"/>
      </a:spcBef>
      <a:buChar char="&gt;"/>
      <a:defRPr sz="1400" kern="1200">
        <a:solidFill>
          <a:schemeClr val="tx1"/>
        </a:solidFill>
        <a:latin typeface="+mn-lt"/>
        <a:ea typeface="+mn-ea"/>
        <a:cs typeface="+mn-cs"/>
      </a:defRPr>
    </a:lvl5pPr>
    <a:lvl6pPr marL="1066800" indent="-177800" algn="l" defTabSz="711200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6pPr>
    <a:lvl7pPr marL="1244600" indent="-177800" algn="l" defTabSz="711200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7pPr>
    <a:lvl8pPr marL="1422400" indent="-177800" algn="l" defTabSz="711200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8pPr>
    <a:lvl9pPr marL="1600200" indent="-177800" algn="l" defTabSz="711200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5C5C5C"/>
    <a:srgbClr val="FAEEC3"/>
    <a:srgbClr val="F2DE8A"/>
    <a:srgbClr val="E9CD49"/>
    <a:srgbClr val="C6AA3D"/>
    <a:srgbClr val="AB8933"/>
    <a:srgbClr val="FAECDB"/>
    <a:srgbClr val="EDDABD"/>
    <a:srgbClr val="CFB79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7915DD2-6826-45CC-8804-A0A96D30F984}" v="30422" dt="2026-03-12T07:26:45.318"/>
  </p1510:revLst>
</p1510:revInfo>
</file>

<file path=ppt/tableStyles.xml><?xml version="1.0" encoding="utf-8"?>
<a:tblStyleLst xmlns:a="http://schemas.openxmlformats.org/drawingml/2006/main" def="{2D5ABB26-0587-4C30-8999-92F81FD0307C}">
  <a:tblStyle styleId="{9D7B26C5-4107-4FEC-AEDC-1716B250A1EF}" styleName="Light Style 1">
    <a:wholeTbl>
      <a:tcTxStyle>
        <a:fontRef idx="minor">
          <a:prstClr val="black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 w="9525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>
              <a:noFill/>
            </a:ln>
          </a:top>
          <a:bottom>
            <a:ln>
              <a:noFill/>
            </a:ln>
          </a:bottom>
        </a:tcBdr>
        <a:fill>
          <a:solidFill>
            <a:schemeClr val="dk2"/>
          </a:solidFill>
        </a:fill>
      </a:tcStyle>
    </a:band1H>
    <a:band2H>
      <a:tcStyle>
        <a:tcBdr/>
      </a:tcStyle>
    </a:band2H>
    <a:band1V>
      <a:tcStyle>
        <a:tcBdr/>
      </a:tcStyle>
    </a:band1V>
    <a:band2V>
      <a:tcStyle>
        <a:tcBdr/>
      </a:tcStyle>
    </a:band2V>
    <a:firstCol>
      <a:tcTxStyle b="on"/>
      <a:tcStyle>
        <a:tcBdr/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1905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accent3"/>
      </a:tcTxStyle>
      <a:tcStyle>
        <a:tcBdr>
          <a:bottom>
            <a:ln w="19050" cmpd="sng">
              <a:solidFill>
                <a:schemeClr val="dk1"/>
              </a:solidFill>
            </a:ln>
          </a:bottom>
        </a:tcBdr>
        <a:fill>
          <a:noFill/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8025" autoAdjust="0"/>
    <p:restoredTop sz="96552" autoAdjust="0"/>
  </p:normalViewPr>
  <p:slideViewPr>
    <p:cSldViewPr snapToGrid="0">
      <p:cViewPr>
        <p:scale>
          <a:sx n="73" d="100"/>
          <a:sy n="73" d="100"/>
        </p:scale>
        <p:origin x="931" y="4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Master" Target="slideMasters/slideMaster1.xml"/><Relationship Id="rId7" Type="http://schemas.openxmlformats.org/officeDocument/2006/relationships/viewProps" Target="viewProp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presProps" Target="presProps.xml"/><Relationship Id="rId11" Type="http://schemas.microsoft.com/office/2015/10/relationships/revisionInfo" Target="revisionInfo.xml"/><Relationship Id="rId5" Type="http://schemas.openxmlformats.org/officeDocument/2006/relationships/tags" Target="tags/tag1.xml"/><Relationship Id="rId10" Type="http://schemas.microsoft.com/office/2016/11/relationships/changesInfo" Target="changesInfos/changesInfo1.xml"/><Relationship Id="rId4" Type="http://schemas.openxmlformats.org/officeDocument/2006/relationships/slide" Target="slides/slide1.xml"/><Relationship Id="rId9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Tandon, Vaibhav" userId="4e3ae34e-51fa-4644-b1ac-63c48760b956" providerId="ADAL" clId="{E7915DD2-6826-45CC-8804-A0A96D30F984}"/>
    <pc:docChg chg="undo redo custSel addSld delSld modSld">
      <pc:chgData name="Tandon, Vaibhav" userId="4e3ae34e-51fa-4644-b1ac-63c48760b956" providerId="ADAL" clId="{E7915DD2-6826-45CC-8804-A0A96D30F984}" dt="2026-03-12T07:26:45.318" v="59047"/>
      <pc:docMkLst>
        <pc:docMk/>
      </pc:docMkLst>
      <pc:sldChg chg="addSp delSp modSp mod">
        <pc:chgData name="Tandon, Vaibhav" userId="4e3ae34e-51fa-4644-b1ac-63c48760b956" providerId="ADAL" clId="{E7915DD2-6826-45CC-8804-A0A96D30F984}" dt="2026-03-12T07:26:45.318" v="59047"/>
        <pc:sldMkLst>
          <pc:docMk/>
          <pc:sldMk cId="3833823991" sldId="257"/>
        </pc:sldMkLst>
        <pc:spChg chg="mod ord">
          <ac:chgData name="Tandon, Vaibhav" userId="4e3ae34e-51fa-4644-b1ac-63c48760b956" providerId="ADAL" clId="{E7915DD2-6826-45CC-8804-A0A96D30F984}" dt="2026-03-12T07:26:45.318" v="59029"/>
          <ac:spMkLst>
            <pc:docMk/>
            <pc:sldMk cId="3833823991" sldId="257"/>
            <ac:spMk id="2" creationId="{7720449B-4754-2907-7505-73852673C8B7}"/>
          </ac:spMkLst>
        </pc:spChg>
        <pc:spChg chg="add del mod modVis">
          <ac:chgData name="Tandon, Vaibhav" userId="4e3ae34e-51fa-4644-b1ac-63c48760b956" providerId="ADAL" clId="{E7915DD2-6826-45CC-8804-A0A96D30F984}" dt="2026-03-12T06:31:21.769" v="53669"/>
          <ac:spMkLst>
            <pc:docMk/>
            <pc:sldMk cId="3833823991" sldId="257"/>
            <ac:spMk id="14" creationId="{64FF3F33-EBB8-E8DE-9ABA-6CCB218F331B}"/>
          </ac:spMkLst>
        </pc:spChg>
        <pc:spChg chg="add del mod modVis">
          <ac:chgData name="Tandon, Vaibhav" userId="4e3ae34e-51fa-4644-b1ac-63c48760b956" providerId="ADAL" clId="{E7915DD2-6826-45CC-8804-A0A96D30F984}" dt="2026-03-12T07:26:45.318" v="59045"/>
          <ac:spMkLst>
            <pc:docMk/>
            <pc:sldMk cId="3833823991" sldId="257"/>
            <ac:spMk id="14" creationId="{CA17521A-558A-7DEB-2BD5-EFEAAF3541D3}"/>
          </ac:spMkLst>
        </pc:spChg>
        <pc:spChg chg="add mod">
          <ac:chgData name="Tandon, Vaibhav" userId="4e3ae34e-51fa-4644-b1ac-63c48760b956" providerId="ADAL" clId="{E7915DD2-6826-45CC-8804-A0A96D30F984}" dt="2026-03-12T07:26:45.302" v="59015"/>
          <ac:spMkLst>
            <pc:docMk/>
            <pc:sldMk cId="3833823991" sldId="257"/>
            <ac:spMk id="15" creationId="{CE710C30-BC6B-BF03-41F6-4E2B7B027918}"/>
          </ac:spMkLst>
        </pc:spChg>
        <pc:spChg chg="add del mod">
          <ac:chgData name="Tandon, Vaibhav" userId="4e3ae34e-51fa-4644-b1ac-63c48760b956" providerId="ADAL" clId="{E7915DD2-6826-45CC-8804-A0A96D30F984}" dt="2026-03-12T07:26:44.529" v="58630"/>
          <ac:spMkLst>
            <pc:docMk/>
            <pc:sldMk cId="3833823991" sldId="257"/>
            <ac:spMk id="16" creationId="{22F5896D-FCBF-6078-E22A-1EEE977AA4E0}"/>
          </ac:spMkLst>
        </pc:spChg>
        <pc:spChg chg="add del mod">
          <ac:chgData name="Tandon, Vaibhav" userId="4e3ae34e-51fa-4644-b1ac-63c48760b956" providerId="ADAL" clId="{E7915DD2-6826-45CC-8804-A0A96D30F984}" dt="2026-03-12T07:26:44.530" v="58637"/>
          <ac:spMkLst>
            <pc:docMk/>
            <pc:sldMk cId="3833823991" sldId="257"/>
            <ac:spMk id="17" creationId="{82FC1D4F-40B6-3ADE-76A8-03BBF2039438}"/>
          </ac:spMkLst>
        </pc:spChg>
        <pc:spChg chg="add del mod">
          <ac:chgData name="Tandon, Vaibhav" userId="4e3ae34e-51fa-4644-b1ac-63c48760b956" providerId="ADAL" clId="{E7915DD2-6826-45CC-8804-A0A96D30F984}" dt="2026-03-12T07:26:44.530" v="58636"/>
          <ac:spMkLst>
            <pc:docMk/>
            <pc:sldMk cId="3833823991" sldId="257"/>
            <ac:spMk id="18" creationId="{01A883C7-6362-FC25-5410-4ABB2ECEBDB5}"/>
          </ac:spMkLst>
        </pc:spChg>
        <pc:spChg chg="add del mod">
          <ac:chgData name="Tandon, Vaibhav" userId="4e3ae34e-51fa-4644-b1ac-63c48760b956" providerId="ADAL" clId="{E7915DD2-6826-45CC-8804-A0A96D30F984}" dt="2026-03-12T07:26:44.530" v="58635"/>
          <ac:spMkLst>
            <pc:docMk/>
            <pc:sldMk cId="3833823991" sldId="257"/>
            <ac:spMk id="19" creationId="{11F497D7-B877-CF21-8456-9CAC16AC1D56}"/>
          </ac:spMkLst>
        </pc:spChg>
        <pc:spChg chg="add mod">
          <ac:chgData name="Tandon, Vaibhav" userId="4e3ae34e-51fa-4644-b1ac-63c48760b956" providerId="ADAL" clId="{E7915DD2-6826-45CC-8804-A0A96D30F984}" dt="2026-03-12T07:26:45.302" v="59017"/>
          <ac:spMkLst>
            <pc:docMk/>
            <pc:sldMk cId="3833823991" sldId="257"/>
            <ac:spMk id="20" creationId="{6838B5C1-4D4E-A8B9-F622-82EDDA94B65C}"/>
          </ac:spMkLst>
        </pc:spChg>
        <pc:spChg chg="add mod">
          <ac:chgData name="Tandon, Vaibhav" userId="4e3ae34e-51fa-4644-b1ac-63c48760b956" providerId="ADAL" clId="{E7915DD2-6826-45CC-8804-A0A96D30F984}" dt="2026-03-12T07:26:45.302" v="59018"/>
          <ac:spMkLst>
            <pc:docMk/>
            <pc:sldMk cId="3833823991" sldId="257"/>
            <ac:spMk id="21" creationId="{6871563F-D5C3-5E9F-BF1E-FA005BD00FC3}"/>
          </ac:spMkLst>
        </pc:spChg>
        <pc:spChg chg="del mod">
          <ac:chgData name="Tandon, Vaibhav" userId="4e3ae34e-51fa-4644-b1ac-63c48760b956" providerId="ADAL" clId="{E7915DD2-6826-45CC-8804-A0A96D30F984}" dt="2026-03-12T07:26:45.302" v="59016"/>
          <ac:spMkLst>
            <pc:docMk/>
            <pc:sldMk cId="3833823991" sldId="257"/>
            <ac:spMk id="22" creationId="{E43E30BF-8DA2-268D-34D3-68D532C34364}"/>
          </ac:spMkLst>
        </pc:spChg>
        <pc:spChg chg="add mod">
          <ac:chgData name="Tandon, Vaibhav" userId="4e3ae34e-51fa-4644-b1ac-63c48760b956" providerId="ADAL" clId="{E7915DD2-6826-45CC-8804-A0A96D30F984}" dt="2026-03-12T07:26:45.302" v="59019"/>
          <ac:spMkLst>
            <pc:docMk/>
            <pc:sldMk cId="3833823991" sldId="257"/>
            <ac:spMk id="23" creationId="{C6311680-7A25-EAF2-4E5F-F42ABAA389F9}"/>
          </ac:spMkLst>
        </pc:spChg>
        <pc:spChg chg="add mod">
          <ac:chgData name="Tandon, Vaibhav" userId="4e3ae34e-51fa-4644-b1ac-63c48760b956" providerId="ADAL" clId="{E7915DD2-6826-45CC-8804-A0A96D30F984}" dt="2026-03-12T07:26:45.318" v="59042"/>
          <ac:spMkLst>
            <pc:docMk/>
            <pc:sldMk cId="3833823991" sldId="257"/>
            <ac:spMk id="24" creationId="{DD147D10-C955-CD74-CF0F-21825821E548}"/>
          </ac:spMkLst>
        </pc:spChg>
        <pc:spChg chg="add del mod">
          <ac:chgData name="Tandon, Vaibhav" userId="4e3ae34e-51fa-4644-b1ac-63c48760b956" providerId="ADAL" clId="{E7915DD2-6826-45CC-8804-A0A96D30F984}" dt="2026-03-12T07:26:44.530" v="58641"/>
          <ac:spMkLst>
            <pc:docMk/>
            <pc:sldMk cId="3833823991" sldId="257"/>
            <ac:spMk id="25" creationId="{432B8AB7-7057-ADA5-F6F3-ECDE96EB85E6}"/>
          </ac:spMkLst>
        </pc:spChg>
        <pc:spChg chg="add del mod">
          <ac:chgData name="Tandon, Vaibhav" userId="4e3ae34e-51fa-4644-b1ac-63c48760b956" providerId="ADAL" clId="{E7915DD2-6826-45CC-8804-A0A96D30F984}" dt="2026-03-12T07:26:44.530" v="58640"/>
          <ac:spMkLst>
            <pc:docMk/>
            <pc:sldMk cId="3833823991" sldId="257"/>
            <ac:spMk id="26" creationId="{5AC33633-36F1-C981-DCB8-97FF9B48C00E}"/>
          </ac:spMkLst>
        </pc:spChg>
        <pc:spChg chg="add del mod">
          <ac:chgData name="Tandon, Vaibhav" userId="4e3ae34e-51fa-4644-b1ac-63c48760b956" providerId="ADAL" clId="{E7915DD2-6826-45CC-8804-A0A96D30F984}" dt="2026-03-12T07:26:44.530" v="58639"/>
          <ac:spMkLst>
            <pc:docMk/>
            <pc:sldMk cId="3833823991" sldId="257"/>
            <ac:spMk id="27" creationId="{A437BFF5-62B0-445F-209D-7CC24CE4EFEE}"/>
          </ac:spMkLst>
        </pc:spChg>
        <pc:spChg chg="add del mod">
          <ac:chgData name="Tandon, Vaibhav" userId="4e3ae34e-51fa-4644-b1ac-63c48760b956" providerId="ADAL" clId="{E7915DD2-6826-45CC-8804-A0A96D30F984}" dt="2026-03-12T07:26:44.529" v="58629"/>
          <ac:spMkLst>
            <pc:docMk/>
            <pc:sldMk cId="3833823991" sldId="257"/>
            <ac:spMk id="28" creationId="{7F71264F-C020-0399-CB43-14268EE6F5DC}"/>
          </ac:spMkLst>
        </pc:spChg>
        <pc:spChg chg="add del mod">
          <ac:chgData name="Tandon, Vaibhav" userId="4e3ae34e-51fa-4644-b1ac-63c48760b956" providerId="ADAL" clId="{E7915DD2-6826-45CC-8804-A0A96D30F984}" dt="2026-03-12T07:26:44.530" v="58638"/>
          <ac:spMkLst>
            <pc:docMk/>
            <pc:sldMk cId="3833823991" sldId="257"/>
            <ac:spMk id="29" creationId="{5653F6EB-8EF6-62DE-9AA7-EC8ADDD92272}"/>
          </ac:spMkLst>
        </pc:spChg>
        <pc:spChg chg="add del mod">
          <ac:chgData name="Tandon, Vaibhav" userId="4e3ae34e-51fa-4644-b1ac-63c48760b956" providerId="ADAL" clId="{E7915DD2-6826-45CC-8804-A0A96D30F984}" dt="2026-03-12T07:26:44.529" v="58628"/>
          <ac:spMkLst>
            <pc:docMk/>
            <pc:sldMk cId="3833823991" sldId="257"/>
            <ac:spMk id="30" creationId="{87BBF91E-5A4E-2549-FB9B-2941ACF1DDF9}"/>
          </ac:spMkLst>
        </pc:spChg>
        <pc:spChg chg="add del mod modVis">
          <ac:chgData name="Tandon, Vaibhav" userId="4e3ae34e-51fa-4644-b1ac-63c48760b956" providerId="ADAL" clId="{E7915DD2-6826-45CC-8804-A0A96D30F984}" dt="2026-03-12T06:33:35.573" v="54033"/>
          <ac:spMkLst>
            <pc:docMk/>
            <pc:sldMk cId="3833823991" sldId="257"/>
            <ac:spMk id="31" creationId="{3BCA282F-71BF-F1B1-E447-B6FA7AB4C3C9}"/>
          </ac:spMkLst>
        </pc:spChg>
        <pc:spChg chg="add mod">
          <ac:chgData name="Tandon, Vaibhav" userId="4e3ae34e-51fa-4644-b1ac-63c48760b956" providerId="ADAL" clId="{E7915DD2-6826-45CC-8804-A0A96D30F984}" dt="2026-03-12T07:26:45.302" v="59020"/>
          <ac:spMkLst>
            <pc:docMk/>
            <pc:sldMk cId="3833823991" sldId="257"/>
            <ac:spMk id="31" creationId="{7B7E17F8-B2FB-AEBC-9384-DB57BC43B34A}"/>
          </ac:spMkLst>
        </pc:spChg>
        <pc:spChg chg="add mod ord">
          <ac:chgData name="Tandon, Vaibhav" userId="4e3ae34e-51fa-4644-b1ac-63c48760b956" providerId="ADAL" clId="{E7915DD2-6826-45CC-8804-A0A96D30F984}" dt="2026-03-12T07:26:45.318" v="59031"/>
          <ac:spMkLst>
            <pc:docMk/>
            <pc:sldMk cId="3833823991" sldId="257"/>
            <ac:spMk id="32" creationId="{5F0BA87E-A807-11BC-312C-040BF1B51EB3}"/>
          </ac:spMkLst>
        </pc:spChg>
        <pc:spChg chg="add del mod">
          <ac:chgData name="Tandon, Vaibhav" userId="4e3ae34e-51fa-4644-b1ac-63c48760b956" providerId="ADAL" clId="{E7915DD2-6826-45CC-8804-A0A96D30F984}" dt="2026-03-12T07:26:44.528" v="58627"/>
          <ac:spMkLst>
            <pc:docMk/>
            <pc:sldMk cId="3833823991" sldId="257"/>
            <ac:spMk id="33" creationId="{CBC902F4-EE31-67F4-D44F-CD77BBFEA8D7}"/>
          </ac:spMkLst>
        </pc:spChg>
        <pc:spChg chg="add mod">
          <ac:chgData name="Tandon, Vaibhav" userId="4e3ae34e-51fa-4644-b1ac-63c48760b956" providerId="ADAL" clId="{E7915DD2-6826-45CC-8804-A0A96D30F984}" dt="2026-03-12T07:26:45.318" v="59043"/>
          <ac:spMkLst>
            <pc:docMk/>
            <pc:sldMk cId="3833823991" sldId="257"/>
            <ac:spMk id="34" creationId="{B533BFEF-59F5-9AD1-07B8-6769791A41FC}"/>
          </ac:spMkLst>
        </pc:spChg>
        <pc:spChg chg="add mod">
          <ac:chgData name="Tandon, Vaibhav" userId="4e3ae34e-51fa-4644-b1ac-63c48760b956" providerId="ADAL" clId="{E7915DD2-6826-45CC-8804-A0A96D30F984}" dt="2026-03-12T07:26:45.302" v="59021"/>
          <ac:spMkLst>
            <pc:docMk/>
            <pc:sldMk cId="3833823991" sldId="257"/>
            <ac:spMk id="35" creationId="{7E8CF434-6FF8-CDD5-2F17-DCE7F91067C2}"/>
          </ac:spMkLst>
        </pc:spChg>
        <pc:spChg chg="add del mod ord">
          <ac:chgData name="Tandon, Vaibhav" userId="4e3ae34e-51fa-4644-b1ac-63c48760b956" providerId="ADAL" clId="{E7915DD2-6826-45CC-8804-A0A96D30F984}" dt="2026-03-12T06:31:03.121" v="53434" actId="478"/>
          <ac:spMkLst>
            <pc:docMk/>
            <pc:sldMk cId="3833823991" sldId="257"/>
            <ac:spMk id="36" creationId="{12A1C974-243C-3D84-4328-9FD8796B20B8}"/>
          </ac:spMkLst>
        </pc:spChg>
        <pc:spChg chg="add mod">
          <ac:chgData name="Tandon, Vaibhav" userId="4e3ae34e-51fa-4644-b1ac-63c48760b956" providerId="ADAL" clId="{E7915DD2-6826-45CC-8804-A0A96D30F984}" dt="2026-03-12T07:26:45.302" v="59022"/>
          <ac:spMkLst>
            <pc:docMk/>
            <pc:sldMk cId="3833823991" sldId="257"/>
            <ac:spMk id="36" creationId="{12F255FA-47A8-2262-061C-10C3D37DA733}"/>
          </ac:spMkLst>
        </pc:spChg>
        <pc:spChg chg="add mod">
          <ac:chgData name="Tandon, Vaibhav" userId="4e3ae34e-51fa-4644-b1ac-63c48760b956" providerId="ADAL" clId="{E7915DD2-6826-45CC-8804-A0A96D30F984}" dt="2026-03-12T07:26:45.302" v="59023"/>
          <ac:spMkLst>
            <pc:docMk/>
            <pc:sldMk cId="3833823991" sldId="257"/>
            <ac:spMk id="37" creationId="{CDCB872B-F3C6-C630-8895-1D64BF046236}"/>
          </ac:spMkLst>
        </pc:spChg>
        <pc:spChg chg="add mod ord">
          <ac:chgData name="Tandon, Vaibhav" userId="4e3ae34e-51fa-4644-b1ac-63c48760b956" providerId="ADAL" clId="{E7915DD2-6826-45CC-8804-A0A96D30F984}" dt="2026-03-12T07:26:45.318" v="59039"/>
          <ac:spMkLst>
            <pc:docMk/>
            <pc:sldMk cId="3833823991" sldId="257"/>
            <ac:spMk id="39" creationId="{FFDDCA24-D845-16F2-61CB-A437127C8517}"/>
          </ac:spMkLst>
        </pc:spChg>
        <pc:spChg chg="add mod ord">
          <ac:chgData name="Tandon, Vaibhav" userId="4e3ae34e-51fa-4644-b1ac-63c48760b956" providerId="ADAL" clId="{E7915DD2-6826-45CC-8804-A0A96D30F984}" dt="2026-03-12T07:26:45.318" v="59041"/>
          <ac:spMkLst>
            <pc:docMk/>
            <pc:sldMk cId="3833823991" sldId="257"/>
            <ac:spMk id="41" creationId="{3227EB05-AF94-5658-6C10-123409A8F17A}"/>
          </ac:spMkLst>
        </pc:spChg>
        <pc:spChg chg="del mod">
          <ac:chgData name="Tandon, Vaibhav" userId="4e3ae34e-51fa-4644-b1ac-63c48760b956" providerId="ADAL" clId="{E7915DD2-6826-45CC-8804-A0A96D30F984}" dt="2026-03-12T07:26:45.302" v="58994"/>
          <ac:spMkLst>
            <pc:docMk/>
            <pc:sldMk cId="3833823991" sldId="257"/>
            <ac:spMk id="42" creationId="{B64AD9FC-D35A-6F37-DCDF-15FDF1D72504}"/>
          </ac:spMkLst>
        </pc:spChg>
        <pc:spChg chg="add del mod modVis">
          <ac:chgData name="Tandon, Vaibhav" userId="4e3ae34e-51fa-4644-b1ac-63c48760b956" providerId="ADAL" clId="{E7915DD2-6826-45CC-8804-A0A96D30F984}" dt="2026-03-12T06:33:58.466" v="54171"/>
          <ac:spMkLst>
            <pc:docMk/>
            <pc:sldMk cId="3833823991" sldId="257"/>
            <ac:spMk id="43" creationId="{32A7608E-C186-5F14-1811-98ED208BE88F}"/>
          </ac:spMkLst>
        </pc:spChg>
        <pc:spChg chg="add del mod modVis">
          <ac:chgData name="Tandon, Vaibhav" userId="4e3ae34e-51fa-4644-b1ac-63c48760b956" providerId="ADAL" clId="{E7915DD2-6826-45CC-8804-A0A96D30F984}" dt="2026-03-12T06:34:36.353" v="54548"/>
          <ac:spMkLst>
            <pc:docMk/>
            <pc:sldMk cId="3833823991" sldId="257"/>
            <ac:spMk id="44" creationId="{962E9CFD-489B-A4FC-D4B4-09650D0BF3ED}"/>
          </ac:spMkLst>
        </pc:spChg>
        <pc:spChg chg="add del mod modVis">
          <ac:chgData name="Tandon, Vaibhav" userId="4e3ae34e-51fa-4644-b1ac-63c48760b956" providerId="ADAL" clId="{E7915DD2-6826-45CC-8804-A0A96D30F984}" dt="2026-03-12T06:35:12.680" v="54968"/>
          <ac:spMkLst>
            <pc:docMk/>
            <pc:sldMk cId="3833823991" sldId="257"/>
            <ac:spMk id="46" creationId="{19A5151B-265C-96B1-5CE6-6796550686EB}"/>
          </ac:spMkLst>
        </pc:spChg>
        <pc:spChg chg="add del mod modVis">
          <ac:chgData name="Tandon, Vaibhav" userId="4e3ae34e-51fa-4644-b1ac-63c48760b956" providerId="ADAL" clId="{E7915DD2-6826-45CC-8804-A0A96D30F984}" dt="2026-03-12T06:35:17.182" v="55094"/>
          <ac:spMkLst>
            <pc:docMk/>
            <pc:sldMk cId="3833823991" sldId="257"/>
            <ac:spMk id="48" creationId="{E896FFD9-A436-78FC-40F1-3A92556E0258}"/>
          </ac:spMkLst>
        </pc:spChg>
        <pc:spChg chg="add del mod modVis">
          <ac:chgData name="Tandon, Vaibhav" userId="4e3ae34e-51fa-4644-b1ac-63c48760b956" providerId="ADAL" clId="{E7915DD2-6826-45CC-8804-A0A96D30F984}" dt="2026-03-12T06:36:17.322" v="56067" actId="962"/>
          <ac:spMkLst>
            <pc:docMk/>
            <pc:sldMk cId="3833823991" sldId="257"/>
            <ac:spMk id="52" creationId="{E76ED2F5-4B7D-8449-1F1B-55856299A999}"/>
          </ac:spMkLst>
        </pc:spChg>
        <pc:spChg chg="add del mod modVis">
          <ac:chgData name="Tandon, Vaibhav" userId="4e3ae34e-51fa-4644-b1ac-63c48760b956" providerId="ADAL" clId="{E7915DD2-6826-45CC-8804-A0A96D30F984}" dt="2026-03-12T06:36:39.783" v="56299"/>
          <ac:spMkLst>
            <pc:docMk/>
            <pc:sldMk cId="3833823991" sldId="257"/>
            <ac:spMk id="54" creationId="{2CF5E112-0B5A-2774-8DD6-5B214074A780}"/>
          </ac:spMkLst>
        </pc:spChg>
        <pc:spChg chg="add del mod modVis">
          <ac:chgData name="Tandon, Vaibhav" userId="4e3ae34e-51fa-4644-b1ac-63c48760b956" providerId="ADAL" clId="{E7915DD2-6826-45CC-8804-A0A96D30F984}" dt="2026-03-12T06:37:17.721" v="57678"/>
          <ac:spMkLst>
            <pc:docMk/>
            <pc:sldMk cId="3833823991" sldId="257"/>
            <ac:spMk id="55" creationId="{30E28071-430A-4572-E84D-70DA36842B50}"/>
          </ac:spMkLst>
        </pc:spChg>
        <pc:spChg chg="add del mod modVis">
          <ac:chgData name="Tandon, Vaibhav" userId="4e3ae34e-51fa-4644-b1ac-63c48760b956" providerId="ADAL" clId="{E7915DD2-6826-45CC-8804-A0A96D30F984}" dt="2026-03-12T06:37:22.513" v="58000"/>
          <ac:spMkLst>
            <pc:docMk/>
            <pc:sldMk cId="3833823991" sldId="257"/>
            <ac:spMk id="56" creationId="{B5CD8D80-FE56-C9F3-1C95-F9474DEFC0A0}"/>
          </ac:spMkLst>
        </pc:spChg>
        <pc:spChg chg="add del mod">
          <ac:chgData name="Tandon, Vaibhav" userId="4e3ae34e-51fa-4644-b1ac-63c48760b956" providerId="ADAL" clId="{E7915DD2-6826-45CC-8804-A0A96D30F984}" dt="2026-03-12T07:26:45.302" v="59000"/>
          <ac:spMkLst>
            <pc:docMk/>
            <pc:sldMk cId="3833823991" sldId="257"/>
            <ac:spMk id="59" creationId="{780FA656-5E02-012C-C26A-DCCE0ABBFD83}"/>
          </ac:spMkLst>
        </pc:spChg>
        <pc:spChg chg="add del mod">
          <ac:chgData name="Tandon, Vaibhav" userId="4e3ae34e-51fa-4644-b1ac-63c48760b956" providerId="ADAL" clId="{E7915DD2-6826-45CC-8804-A0A96D30F984}" dt="2026-03-12T07:26:45.302" v="59006"/>
          <ac:spMkLst>
            <pc:docMk/>
            <pc:sldMk cId="3833823991" sldId="257"/>
            <ac:spMk id="64" creationId="{62073673-5AB8-6B19-5653-3F9AC3F24344}"/>
          </ac:spMkLst>
        </pc:spChg>
        <pc:spChg chg="add del mod">
          <ac:chgData name="Tandon, Vaibhav" userId="4e3ae34e-51fa-4644-b1ac-63c48760b956" providerId="ADAL" clId="{E7915DD2-6826-45CC-8804-A0A96D30F984}" dt="2026-03-12T07:26:45.302" v="59012"/>
          <ac:spMkLst>
            <pc:docMk/>
            <pc:sldMk cId="3833823991" sldId="257"/>
            <ac:spMk id="67" creationId="{F57295DF-3C5D-9B93-FC76-43D475DF77DF}"/>
          </ac:spMkLst>
        </pc:spChg>
        <pc:spChg chg="add del mod">
          <ac:chgData name="Tandon, Vaibhav" userId="4e3ae34e-51fa-4644-b1ac-63c48760b956" providerId="ADAL" clId="{E7915DD2-6826-45CC-8804-A0A96D30F984}" dt="2026-03-12T07:26:45.302" v="58997"/>
          <ac:spMkLst>
            <pc:docMk/>
            <pc:sldMk cId="3833823991" sldId="257"/>
            <ac:spMk id="86" creationId="{E53EBDC0-E1CD-190A-04ED-6213D40503CE}"/>
          </ac:spMkLst>
        </pc:spChg>
        <pc:spChg chg="add del mod">
          <ac:chgData name="Tandon, Vaibhav" userId="4e3ae34e-51fa-4644-b1ac-63c48760b956" providerId="ADAL" clId="{E7915DD2-6826-45CC-8804-A0A96D30F984}" dt="2026-03-12T07:26:45.302" v="59003"/>
          <ac:spMkLst>
            <pc:docMk/>
            <pc:sldMk cId="3833823991" sldId="257"/>
            <ac:spMk id="87" creationId="{89511C31-055F-AFDA-FE0C-9CF5EE7B8C17}"/>
          </ac:spMkLst>
        </pc:spChg>
        <pc:spChg chg="add del mod">
          <ac:chgData name="Tandon, Vaibhav" userId="4e3ae34e-51fa-4644-b1ac-63c48760b956" providerId="ADAL" clId="{E7915DD2-6826-45CC-8804-A0A96D30F984}" dt="2026-03-12T07:26:45.302" v="59009"/>
          <ac:spMkLst>
            <pc:docMk/>
            <pc:sldMk cId="3833823991" sldId="257"/>
            <ac:spMk id="88" creationId="{2A8FA2F6-2C4D-2824-8A6F-80ED2310A4EA}"/>
          </ac:spMkLst>
        </pc:spChg>
        <pc:spChg chg="add del mod">
          <ac:chgData name="Tandon, Vaibhav" userId="4e3ae34e-51fa-4644-b1ac-63c48760b956" providerId="ADAL" clId="{E7915DD2-6826-45CC-8804-A0A96D30F984}" dt="2026-03-12T07:26:44.530" v="58633"/>
          <ac:spMkLst>
            <pc:docMk/>
            <pc:sldMk cId="3833823991" sldId="257"/>
            <ac:spMk id="153" creationId="{1582935F-59A1-9EF2-B141-AFD4033FCA30}"/>
          </ac:spMkLst>
        </pc:spChg>
        <pc:spChg chg="add del mod">
          <ac:chgData name="Tandon, Vaibhav" userId="4e3ae34e-51fa-4644-b1ac-63c48760b956" providerId="ADAL" clId="{E7915DD2-6826-45CC-8804-A0A96D30F984}" dt="2026-03-12T07:26:44.530" v="58632"/>
          <ac:spMkLst>
            <pc:docMk/>
            <pc:sldMk cId="3833823991" sldId="257"/>
            <ac:spMk id="154" creationId="{22A9EE46-388D-39FF-B1F9-ABEE1BAA01D4}"/>
          </ac:spMkLst>
        </pc:spChg>
        <pc:spChg chg="add del mod">
          <ac:chgData name="Tandon, Vaibhav" userId="4e3ae34e-51fa-4644-b1ac-63c48760b956" providerId="ADAL" clId="{E7915DD2-6826-45CC-8804-A0A96D30F984}" dt="2026-03-12T07:26:44.530" v="58631"/>
          <ac:spMkLst>
            <pc:docMk/>
            <pc:sldMk cId="3833823991" sldId="257"/>
            <ac:spMk id="155" creationId="{B63B54F3-BFA2-194F-9D70-BCA6BAD56751}"/>
          </ac:spMkLst>
        </pc:spChg>
        <pc:spChg chg="add del mod">
          <ac:chgData name="Tandon, Vaibhav" userId="4e3ae34e-51fa-4644-b1ac-63c48760b956" providerId="ADAL" clId="{E7915DD2-6826-45CC-8804-A0A96D30F984}" dt="2026-03-12T07:26:45.318" v="59025"/>
          <ac:spMkLst>
            <pc:docMk/>
            <pc:sldMk cId="3833823991" sldId="257"/>
            <ac:spMk id="159" creationId="{3707678F-A7CC-7D1E-B8DB-371616BC3E9F}"/>
          </ac:spMkLst>
        </pc:spChg>
        <pc:spChg chg="add mod ord">
          <ac:chgData name="Tandon, Vaibhav" userId="4e3ae34e-51fa-4644-b1ac-63c48760b956" providerId="ADAL" clId="{E7915DD2-6826-45CC-8804-A0A96D30F984}" dt="2026-03-12T07:26:45.318" v="59033"/>
          <ac:spMkLst>
            <pc:docMk/>
            <pc:sldMk cId="3833823991" sldId="257"/>
            <ac:spMk id="164" creationId="{D7E2EE94-35C0-C9FB-12C8-3BAC59DA5229}"/>
          </ac:spMkLst>
        </pc:spChg>
        <pc:spChg chg="add del mod">
          <ac:chgData name="Tandon, Vaibhav" userId="4e3ae34e-51fa-4644-b1ac-63c48760b956" providerId="ADAL" clId="{E7915DD2-6826-45CC-8804-A0A96D30F984}" dt="2026-03-12T07:26:45.302" v="59008"/>
          <ac:spMkLst>
            <pc:docMk/>
            <pc:sldMk cId="3833823991" sldId="257"/>
            <ac:spMk id="198" creationId="{9262B6D7-9732-BA47-69E0-4A22109CE248}"/>
          </ac:spMkLst>
        </pc:spChg>
        <pc:spChg chg="add del mod">
          <ac:chgData name="Tandon, Vaibhav" userId="4e3ae34e-51fa-4644-b1ac-63c48760b956" providerId="ADAL" clId="{E7915DD2-6826-45CC-8804-A0A96D30F984}" dt="2026-03-12T07:26:45.302" v="58993"/>
          <ac:spMkLst>
            <pc:docMk/>
            <pc:sldMk cId="3833823991" sldId="257"/>
            <ac:spMk id="199" creationId="{5DD713EE-B13C-2279-64D9-D4D34F3F7A47}"/>
          </ac:spMkLst>
        </pc:spChg>
        <pc:spChg chg="add del mod">
          <ac:chgData name="Tandon, Vaibhav" userId="4e3ae34e-51fa-4644-b1ac-63c48760b956" providerId="ADAL" clId="{E7915DD2-6826-45CC-8804-A0A96D30F984}" dt="2026-03-12T07:26:45.302" v="58995"/>
          <ac:spMkLst>
            <pc:docMk/>
            <pc:sldMk cId="3833823991" sldId="257"/>
            <ac:spMk id="200" creationId="{4D67EEA9-019D-13B4-B35C-5F9D887EFB46}"/>
          </ac:spMkLst>
        </pc:spChg>
        <pc:spChg chg="add del mod">
          <ac:chgData name="Tandon, Vaibhav" userId="4e3ae34e-51fa-4644-b1ac-63c48760b956" providerId="ADAL" clId="{E7915DD2-6826-45CC-8804-A0A96D30F984}" dt="2026-03-12T07:26:45.302" v="58996"/>
          <ac:spMkLst>
            <pc:docMk/>
            <pc:sldMk cId="3833823991" sldId="257"/>
            <ac:spMk id="201" creationId="{A34A9F74-56B0-8A01-9BD0-27D87FC3094B}"/>
          </ac:spMkLst>
        </pc:spChg>
        <pc:spChg chg="add del mod">
          <ac:chgData name="Tandon, Vaibhav" userId="4e3ae34e-51fa-4644-b1ac-63c48760b956" providerId="ADAL" clId="{E7915DD2-6826-45CC-8804-A0A96D30F984}" dt="2026-03-12T07:26:45.302" v="58998"/>
          <ac:spMkLst>
            <pc:docMk/>
            <pc:sldMk cId="3833823991" sldId="257"/>
            <ac:spMk id="202" creationId="{791A3431-7ECA-3AD6-E436-E7D05576C442}"/>
          </ac:spMkLst>
        </pc:spChg>
        <pc:spChg chg="add del mod">
          <ac:chgData name="Tandon, Vaibhav" userId="4e3ae34e-51fa-4644-b1ac-63c48760b956" providerId="ADAL" clId="{E7915DD2-6826-45CC-8804-A0A96D30F984}" dt="2026-03-12T07:26:45.302" v="58999"/>
          <ac:spMkLst>
            <pc:docMk/>
            <pc:sldMk cId="3833823991" sldId="257"/>
            <ac:spMk id="203" creationId="{7445947C-8AC7-F1B2-8CFF-7D1AA20C9C74}"/>
          </ac:spMkLst>
        </pc:spChg>
        <pc:spChg chg="add del mod">
          <ac:chgData name="Tandon, Vaibhav" userId="4e3ae34e-51fa-4644-b1ac-63c48760b956" providerId="ADAL" clId="{E7915DD2-6826-45CC-8804-A0A96D30F984}" dt="2026-03-12T07:26:45.302" v="59001"/>
          <ac:spMkLst>
            <pc:docMk/>
            <pc:sldMk cId="3833823991" sldId="257"/>
            <ac:spMk id="204" creationId="{6D134C5D-5E95-2703-A502-9CB1AB71A5AB}"/>
          </ac:spMkLst>
        </pc:spChg>
        <pc:spChg chg="add del mod">
          <ac:chgData name="Tandon, Vaibhav" userId="4e3ae34e-51fa-4644-b1ac-63c48760b956" providerId="ADAL" clId="{E7915DD2-6826-45CC-8804-A0A96D30F984}" dt="2026-03-12T07:26:45.302" v="59002"/>
          <ac:spMkLst>
            <pc:docMk/>
            <pc:sldMk cId="3833823991" sldId="257"/>
            <ac:spMk id="205" creationId="{A5A6BAE6-A36E-EC2E-AB9A-D8BC4C731AAF}"/>
          </ac:spMkLst>
        </pc:spChg>
        <pc:spChg chg="add del mod">
          <ac:chgData name="Tandon, Vaibhav" userId="4e3ae34e-51fa-4644-b1ac-63c48760b956" providerId="ADAL" clId="{E7915DD2-6826-45CC-8804-A0A96D30F984}" dt="2026-03-12T07:26:45.302" v="59004"/>
          <ac:spMkLst>
            <pc:docMk/>
            <pc:sldMk cId="3833823991" sldId="257"/>
            <ac:spMk id="206" creationId="{928896AA-4C60-03C0-0FE9-43748C497AE9}"/>
          </ac:spMkLst>
        </pc:spChg>
        <pc:spChg chg="add del mod">
          <ac:chgData name="Tandon, Vaibhav" userId="4e3ae34e-51fa-4644-b1ac-63c48760b956" providerId="ADAL" clId="{E7915DD2-6826-45CC-8804-A0A96D30F984}" dt="2026-03-12T07:26:45.302" v="59005"/>
          <ac:spMkLst>
            <pc:docMk/>
            <pc:sldMk cId="3833823991" sldId="257"/>
            <ac:spMk id="207" creationId="{A084AECE-19BD-B762-E567-9C5DDD686FA9}"/>
          </ac:spMkLst>
        </pc:spChg>
        <pc:spChg chg="add del mod">
          <ac:chgData name="Tandon, Vaibhav" userId="4e3ae34e-51fa-4644-b1ac-63c48760b956" providerId="ADAL" clId="{E7915DD2-6826-45CC-8804-A0A96D30F984}" dt="2026-03-12T07:26:45.302" v="59007"/>
          <ac:spMkLst>
            <pc:docMk/>
            <pc:sldMk cId="3833823991" sldId="257"/>
            <ac:spMk id="208" creationId="{D392949F-7348-7C49-E654-1CF517258537}"/>
          </ac:spMkLst>
        </pc:spChg>
        <pc:spChg chg="add del mod">
          <ac:chgData name="Tandon, Vaibhav" userId="4e3ae34e-51fa-4644-b1ac-63c48760b956" providerId="ADAL" clId="{E7915DD2-6826-45CC-8804-A0A96D30F984}" dt="2026-03-12T07:26:45.302" v="59024"/>
          <ac:spMkLst>
            <pc:docMk/>
            <pc:sldMk cId="3833823991" sldId="257"/>
            <ac:spMk id="209" creationId="{6B31621A-D876-A374-D201-1279C177BBA9}"/>
          </ac:spMkLst>
        </pc:spChg>
        <pc:spChg chg="add del mod">
          <ac:chgData name="Tandon, Vaibhav" userId="4e3ae34e-51fa-4644-b1ac-63c48760b956" providerId="ADAL" clId="{E7915DD2-6826-45CC-8804-A0A96D30F984}" dt="2026-03-12T07:26:45.302" v="59010"/>
          <ac:spMkLst>
            <pc:docMk/>
            <pc:sldMk cId="3833823991" sldId="257"/>
            <ac:spMk id="210" creationId="{C6DA833F-84A7-F52E-45CB-785BE3359F58}"/>
          </ac:spMkLst>
        </pc:spChg>
        <pc:spChg chg="add del mod">
          <ac:chgData name="Tandon, Vaibhav" userId="4e3ae34e-51fa-4644-b1ac-63c48760b956" providerId="ADAL" clId="{E7915DD2-6826-45CC-8804-A0A96D30F984}" dt="2026-03-12T07:26:45.302" v="59011"/>
          <ac:spMkLst>
            <pc:docMk/>
            <pc:sldMk cId="3833823991" sldId="257"/>
            <ac:spMk id="211" creationId="{573C2196-1CDE-6DAC-08E6-F29A3B3C93B4}"/>
          </ac:spMkLst>
        </pc:spChg>
        <pc:spChg chg="add del mod">
          <ac:chgData name="Tandon, Vaibhav" userId="4e3ae34e-51fa-4644-b1ac-63c48760b956" providerId="ADAL" clId="{E7915DD2-6826-45CC-8804-A0A96D30F984}" dt="2026-03-12T07:26:45.302" v="59013"/>
          <ac:spMkLst>
            <pc:docMk/>
            <pc:sldMk cId="3833823991" sldId="257"/>
            <ac:spMk id="212" creationId="{81984087-00CA-8907-A0B5-6E738FDD02D3}"/>
          </ac:spMkLst>
        </pc:spChg>
        <pc:spChg chg="add del mod">
          <ac:chgData name="Tandon, Vaibhav" userId="4e3ae34e-51fa-4644-b1ac-63c48760b956" providerId="ADAL" clId="{E7915DD2-6826-45CC-8804-A0A96D30F984}" dt="2026-03-12T07:26:45.302" v="59014"/>
          <ac:spMkLst>
            <pc:docMk/>
            <pc:sldMk cId="3833823991" sldId="257"/>
            <ac:spMk id="213" creationId="{1ABEFAC0-9E52-DA3B-6717-8FA08458942E}"/>
          </ac:spMkLst>
        </pc:spChg>
        <pc:spChg chg="add del mod">
          <ac:chgData name="Tandon, Vaibhav" userId="4e3ae34e-51fa-4644-b1ac-63c48760b956" providerId="ADAL" clId="{E7915DD2-6826-45CC-8804-A0A96D30F984}" dt="2026-03-12T07:26:44.530" v="58634"/>
          <ac:spMkLst>
            <pc:docMk/>
            <pc:sldMk cId="3833823991" sldId="257"/>
            <ac:spMk id="220" creationId="{42EE7838-BB48-40DA-38F9-ECE050E1903D}"/>
          </ac:spMkLst>
        </pc:spChg>
        <pc:spChg chg="add del mod">
          <ac:chgData name="Tandon, Vaibhav" userId="4e3ae34e-51fa-4644-b1ac-63c48760b956" providerId="ADAL" clId="{E7915DD2-6826-45CC-8804-A0A96D30F984}" dt="2026-03-12T06:33:22.142" v="53714"/>
          <ac:spMkLst>
            <pc:docMk/>
            <pc:sldMk cId="3833823991" sldId="257"/>
            <ac:spMk id="293" creationId="{D7D8EF7E-BDA6-1807-A0CF-D86BECB92D7B}"/>
          </ac:spMkLst>
        </pc:spChg>
        <pc:spChg chg="add del mod">
          <ac:chgData name="Tandon, Vaibhav" userId="4e3ae34e-51fa-4644-b1ac-63c48760b956" providerId="ADAL" clId="{E7915DD2-6826-45CC-8804-A0A96D30F984}" dt="2026-03-12T06:33:28.176" v="53742"/>
          <ac:spMkLst>
            <pc:docMk/>
            <pc:sldMk cId="3833823991" sldId="257"/>
            <ac:spMk id="295" creationId="{D6EC34C9-5526-7A4C-E399-0473D719C01C}"/>
          </ac:spMkLst>
        </pc:spChg>
        <pc:spChg chg="add del mod ord">
          <ac:chgData name="Tandon, Vaibhav" userId="4e3ae34e-51fa-4644-b1ac-63c48760b956" providerId="ADAL" clId="{E7915DD2-6826-45CC-8804-A0A96D30F984}" dt="2026-03-12T06:33:28.176" v="53739"/>
          <ac:spMkLst>
            <pc:docMk/>
            <pc:sldMk cId="3833823991" sldId="257"/>
            <ac:spMk id="312" creationId="{7CE97B1A-5ABF-CC22-5D6E-2AB07CA413BA}"/>
          </ac:spMkLst>
        </pc:spChg>
        <pc:spChg chg="add del mod ord">
          <ac:chgData name="Tandon, Vaibhav" userId="4e3ae34e-51fa-4644-b1ac-63c48760b956" providerId="ADAL" clId="{E7915DD2-6826-45CC-8804-A0A96D30F984}" dt="2026-03-12T06:33:22.127" v="53711"/>
          <ac:spMkLst>
            <pc:docMk/>
            <pc:sldMk cId="3833823991" sldId="257"/>
            <ac:spMk id="314" creationId="{138B2049-ADF6-ACBF-E503-1E99357D0AC0}"/>
          </ac:spMkLst>
        </pc:spChg>
        <pc:grpChg chg="mod">
          <ac:chgData name="Tandon, Vaibhav" userId="4e3ae34e-51fa-4644-b1ac-63c48760b956" providerId="ADAL" clId="{E7915DD2-6826-45CC-8804-A0A96D30F984}" dt="2026-03-12T07:26:45.318" v="59027"/>
          <ac:grpSpMkLst>
            <pc:docMk/>
            <pc:sldMk cId="3833823991" sldId="257"/>
            <ac:grpSpMk id="11" creationId="{E8AE5054-989B-F7E0-0B02-664E355F4365}"/>
          </ac:grpSpMkLst>
        </pc:grpChg>
        <pc:grpChg chg="mod">
          <ac:chgData name="Tandon, Vaibhav" userId="4e3ae34e-51fa-4644-b1ac-63c48760b956" providerId="ADAL" clId="{E7915DD2-6826-45CC-8804-A0A96D30F984}" dt="2026-03-12T07:26:45.318" v="59026"/>
          <ac:grpSpMkLst>
            <pc:docMk/>
            <pc:sldMk cId="3833823991" sldId="257"/>
            <ac:grpSpMk id="12" creationId="{C55E4A39-BA22-FD9C-A542-743644C76B2F}"/>
          </ac:grpSpMkLst>
        </pc:grpChg>
        <pc:graphicFrameChg chg="mod">
          <ac:chgData name="Tandon, Vaibhav" userId="4e3ae34e-51fa-4644-b1ac-63c48760b956" providerId="ADAL" clId="{E7915DD2-6826-45CC-8804-A0A96D30F984}" dt="2026-03-12T07:26:45.318" v="59047"/>
          <ac:graphicFrameMkLst>
            <pc:docMk/>
            <pc:sldMk cId="3833823991" sldId="257"/>
            <ac:graphicFrameMk id="13" creationId="{85397661-73B1-5EE2-394A-F51949A7AF03}"/>
          </ac:graphicFrameMkLst>
        </pc:graphicFrameChg>
        <pc:graphicFrameChg chg="add del mod">
          <ac:chgData name="Tandon, Vaibhav" userId="4e3ae34e-51fa-4644-b1ac-63c48760b956" providerId="ADAL" clId="{E7915DD2-6826-45CC-8804-A0A96D30F984}" dt="2026-03-12T06:31:21.689" v="53559"/>
          <ac:graphicFrameMkLst>
            <pc:docMk/>
            <pc:sldMk cId="3833823991" sldId="257"/>
            <ac:graphicFrameMk id="21" creationId="{F0ED3862-30E6-EB0B-8F68-37E9599D5AA3}"/>
          </ac:graphicFrameMkLst>
        </pc:graphicFrameChg>
        <pc:graphicFrameChg chg="add del mod">
          <ac:chgData name="Tandon, Vaibhav" userId="4e3ae34e-51fa-4644-b1ac-63c48760b956" providerId="ADAL" clId="{E7915DD2-6826-45CC-8804-A0A96D30F984}" dt="2026-03-12T06:33:35.457" v="53869"/>
          <ac:graphicFrameMkLst>
            <pc:docMk/>
            <pc:sldMk cId="3833823991" sldId="257"/>
            <ac:graphicFrameMk id="23" creationId="{0E4BA48F-5CDC-E6EF-B668-A622CE693915}"/>
          </ac:graphicFrameMkLst>
        </pc:graphicFrameChg>
        <pc:graphicFrameChg chg="add del mod">
          <ac:chgData name="Tandon, Vaibhav" userId="4e3ae34e-51fa-4644-b1ac-63c48760b956" providerId="ADAL" clId="{E7915DD2-6826-45CC-8804-A0A96D30F984}" dt="2026-03-12T06:34:36.274" v="54452"/>
          <ac:graphicFrameMkLst>
            <pc:docMk/>
            <pc:sldMk cId="3833823991" sldId="257"/>
            <ac:graphicFrameMk id="37" creationId="{410435E4-283F-2658-23C3-4E2E9F757A3D}"/>
          </ac:graphicFrameMkLst>
        </pc:graphicFrameChg>
        <pc:graphicFrameChg chg="add mod">
          <ac:chgData name="Tandon, Vaibhav" userId="4e3ae34e-51fa-4644-b1ac-63c48760b956" providerId="ADAL" clId="{E7915DD2-6826-45CC-8804-A0A96D30F984}" dt="2026-03-12T07:26:45.302" v="58992"/>
          <ac:graphicFrameMkLst>
            <pc:docMk/>
            <pc:sldMk cId="3833823991" sldId="257"/>
            <ac:graphicFrameMk id="43" creationId="{99562E6E-7DB8-6EA9-A7D0-1469E2A405F2}"/>
          </ac:graphicFrameMkLst>
        </pc:graphicFrameChg>
        <pc:graphicFrameChg chg="add del mod">
          <ac:chgData name="Tandon, Vaibhav" userId="4e3ae34e-51fa-4644-b1ac-63c48760b956" providerId="ADAL" clId="{E7915DD2-6826-45CC-8804-A0A96D30F984}" dt="2026-03-12T06:35:38.162" v="55240"/>
          <ac:graphicFrameMkLst>
            <pc:docMk/>
            <pc:sldMk cId="3833823991" sldId="257"/>
            <ac:graphicFrameMk id="45" creationId="{5C83E9EF-14EC-08BB-5E64-2C57FF09C24A}"/>
          </ac:graphicFrameMkLst>
        </pc:graphicFrameChg>
        <pc:graphicFrameChg chg="add mod">
          <ac:chgData name="Tandon, Vaibhav" userId="4e3ae34e-51fa-4644-b1ac-63c48760b956" providerId="ADAL" clId="{E7915DD2-6826-45CC-8804-A0A96D30F984}" dt="2026-03-12T06:35:12.633" v="54902" actId="1076"/>
          <ac:graphicFrameMkLst>
            <pc:docMk/>
            <pc:sldMk cId="3833823991" sldId="257"/>
            <ac:graphicFrameMk id="47" creationId="{5F87227F-85EF-8285-1B74-BD9E097ECF27}"/>
          </ac:graphicFrameMkLst>
        </pc:graphicFrameChg>
        <pc:graphicFrameChg chg="add del mod">
          <ac:chgData name="Tandon, Vaibhav" userId="4e3ae34e-51fa-4644-b1ac-63c48760b956" providerId="ADAL" clId="{E7915DD2-6826-45CC-8804-A0A96D30F984}" dt="2026-03-12T06:35:47.844" v="55363"/>
          <ac:graphicFrameMkLst>
            <pc:docMk/>
            <pc:sldMk cId="3833823991" sldId="257"/>
            <ac:graphicFrameMk id="49" creationId="{022D5490-A10D-E2A0-1D05-0FBAA04FEBFA}"/>
          </ac:graphicFrameMkLst>
        </pc:graphicFrameChg>
        <pc:graphicFrameChg chg="add del mod">
          <ac:chgData name="Tandon, Vaibhav" userId="4e3ae34e-51fa-4644-b1ac-63c48760b956" providerId="ADAL" clId="{E7915DD2-6826-45CC-8804-A0A96D30F984}" dt="2026-03-12T06:37:39.384" v="58407"/>
          <ac:graphicFrameMkLst>
            <pc:docMk/>
            <pc:sldMk cId="3833823991" sldId="257"/>
            <ac:graphicFrameMk id="50" creationId="{4895274B-5BA9-2835-92B6-E629506E3E88}"/>
          </ac:graphicFrameMkLst>
        </pc:graphicFrameChg>
        <pc:graphicFrameChg chg="add mod">
          <ac:chgData name="Tandon, Vaibhav" userId="4e3ae34e-51fa-4644-b1ac-63c48760b956" providerId="ADAL" clId="{E7915DD2-6826-45CC-8804-A0A96D30F984}" dt="2026-03-12T06:36:11.795" v="55691" actId="1076"/>
          <ac:graphicFrameMkLst>
            <pc:docMk/>
            <pc:sldMk cId="3833823991" sldId="257"/>
            <ac:graphicFrameMk id="51" creationId="{8D99B679-4AC9-1502-D060-B9F7EC29661A}"/>
          </ac:graphicFrameMkLst>
        </pc:graphicFrameChg>
        <pc:graphicFrameChg chg="add mod">
          <ac:chgData name="Tandon, Vaibhav" userId="4e3ae34e-51fa-4644-b1ac-63c48760b956" providerId="ADAL" clId="{E7915DD2-6826-45CC-8804-A0A96D30F984}" dt="2026-03-12T06:36:17.244" v="56002" actId="1076"/>
          <ac:graphicFrameMkLst>
            <pc:docMk/>
            <pc:sldMk cId="3833823991" sldId="257"/>
            <ac:graphicFrameMk id="53" creationId="{AF90CAE0-B540-FBC4-8DDD-1E15A093CB27}"/>
          </ac:graphicFrameMkLst>
        </pc:graphicFrameChg>
        <pc:graphicFrameChg chg="add del mod">
          <ac:chgData name="Tandon, Vaibhav" userId="4e3ae34e-51fa-4644-b1ac-63c48760b956" providerId="ADAL" clId="{E7915DD2-6826-45CC-8804-A0A96D30F984}" dt="2026-03-12T07:26:45.259" v="58986"/>
          <ac:graphicFrameMkLst>
            <pc:docMk/>
            <pc:sldMk cId="3833823991" sldId="257"/>
            <ac:graphicFrameMk id="57" creationId="{E99D5EC8-E6D2-ED74-6333-083D402BA610}"/>
          </ac:graphicFrameMkLst>
        </pc:graphicFrameChg>
        <pc:cxnChg chg="add del mod ord">
          <ac:chgData name="Tandon, Vaibhav" userId="4e3ae34e-51fa-4644-b1ac-63c48760b956" providerId="ADAL" clId="{E7915DD2-6826-45CC-8804-A0A96D30F984}" dt="2026-03-12T06:31:07.337" v="53435" actId="478"/>
          <ac:cxnSpMkLst>
            <pc:docMk/>
            <pc:sldMk cId="3833823991" sldId="257"/>
            <ac:cxnSpMk id="35" creationId="{DCB54466-DE99-0009-A1D7-A914E2697DA3}"/>
          </ac:cxnSpMkLst>
        </pc:cxnChg>
        <pc:cxnChg chg="add mod ord">
          <ac:chgData name="Tandon, Vaibhav" userId="4e3ae34e-51fa-4644-b1ac-63c48760b956" providerId="ADAL" clId="{E7915DD2-6826-45CC-8804-A0A96D30F984}" dt="2026-03-12T07:26:45.318" v="59035"/>
          <ac:cxnSpMkLst>
            <pc:docMk/>
            <pc:sldMk cId="3833823991" sldId="257"/>
            <ac:cxnSpMk id="38" creationId="{A9453A72-30CD-B9E1-1306-94F7FDB807C4}"/>
          </ac:cxnSpMkLst>
        </pc:cxnChg>
        <pc:cxnChg chg="add mod ord">
          <ac:chgData name="Tandon, Vaibhav" userId="4e3ae34e-51fa-4644-b1ac-63c48760b956" providerId="ADAL" clId="{E7915DD2-6826-45CC-8804-A0A96D30F984}" dt="2026-03-12T07:26:45.318" v="59037"/>
          <ac:cxnSpMkLst>
            <pc:docMk/>
            <pc:sldMk cId="3833823991" sldId="257"/>
            <ac:cxnSpMk id="40" creationId="{AAA611F2-8C51-B9F8-2CAC-C2DB2A4807AD}"/>
          </ac:cxnSpMkLst>
        </pc:cxnChg>
        <pc:cxnChg chg="add del mod ord">
          <ac:chgData name="Tandon, Vaibhav" userId="4e3ae34e-51fa-4644-b1ac-63c48760b956" providerId="ADAL" clId="{E7915DD2-6826-45CC-8804-A0A96D30F984}" dt="2026-03-12T06:31:07.337" v="53435" actId="478"/>
          <ac:cxnSpMkLst>
            <pc:docMk/>
            <pc:sldMk cId="3833823991" sldId="257"/>
            <ac:cxnSpMk id="163" creationId="{57E5AD2E-75E1-AC40-67F2-10E87BB480A8}"/>
          </ac:cxnSpMkLst>
        </pc:cxnChg>
        <pc:cxnChg chg="add del mod ord">
          <ac:chgData name="Tandon, Vaibhav" userId="4e3ae34e-51fa-4644-b1ac-63c48760b956" providerId="ADAL" clId="{E7915DD2-6826-45CC-8804-A0A96D30F984}" dt="2026-03-12T06:33:22.142" v="53713"/>
          <ac:cxnSpMkLst>
            <pc:docMk/>
            <pc:sldMk cId="3833823991" sldId="257"/>
            <ac:cxnSpMk id="297" creationId="{CD0918FD-FCD5-AA44-8AD2-85543D40D1E5}"/>
          </ac:cxnSpMkLst>
        </pc:cxnChg>
        <pc:cxnChg chg="add del mod ord">
          <ac:chgData name="Tandon, Vaibhav" userId="4e3ae34e-51fa-4644-b1ac-63c48760b956" providerId="ADAL" clId="{E7915DD2-6826-45CC-8804-A0A96D30F984}" dt="2026-03-12T06:33:28.176" v="53741"/>
          <ac:cxnSpMkLst>
            <pc:docMk/>
            <pc:sldMk cId="3833823991" sldId="257"/>
            <ac:cxnSpMk id="298" creationId="{8820BBF9-45E6-3AA2-9135-01D454DAA311}"/>
          </ac:cxnSpMkLst>
        </pc:cxnChg>
        <pc:cxnChg chg="add del mod ord">
          <ac:chgData name="Tandon, Vaibhav" userId="4e3ae34e-51fa-4644-b1ac-63c48760b956" providerId="ADAL" clId="{E7915DD2-6826-45CC-8804-A0A96D30F984}" dt="2026-03-12T06:31:21.752" v="53603"/>
          <ac:cxnSpMkLst>
            <pc:docMk/>
            <pc:sldMk cId="3833823991" sldId="257"/>
            <ac:cxnSpMk id="311" creationId="{A0126F02-AB27-80A1-91CE-96C2400043D2}"/>
          </ac:cxnSpMkLst>
        </pc:cxnChg>
      </pc:sldChg>
      <pc:sldChg chg="addSp delSp modSp add del mod">
        <pc:chgData name="Tandon, Vaibhav" userId="4e3ae34e-51fa-4644-b1ac-63c48760b956" providerId="ADAL" clId="{E7915DD2-6826-45CC-8804-A0A96D30F984}" dt="2026-03-08T07:50:54.309" v="10630" actId="47"/>
        <pc:sldMkLst>
          <pc:docMk/>
          <pc:sldMk cId="4267228392" sldId="258"/>
        </pc:sldMkLst>
      </pc:sldChg>
    </pc:docChg>
  </pc:docChgLst>
</pc:chgInfo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Binary_Worksheet.xlsb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>
        <c:manualLayout>
          <c:layoutTarget val="inner"/>
          <c:xMode val="edge"/>
          <c:yMode val="edge"/>
          <c:x val="7.5879177002772507E-3"/>
          <c:y val="1.8658055256548258E-2"/>
          <c:w val="0.98482416459944555"/>
          <c:h val="0.96268388948690353"/>
        </c:manualLayout>
      </c:layout>
      <c:scatterChart>
        <c:scatterStyle val="lineMarker"/>
        <c:varyColors val="0"/>
        <c:ser>
          <c:idx val="0"/>
          <c:order val="0"/>
          <c:spPr>
            <a:ln w="38100" cmpd="sng" algn="ctr">
              <a:solidFill>
                <a:srgbClr val="000000"/>
              </a:solidFill>
              <a:prstDash val="solid"/>
            </a:ln>
          </c:spPr>
          <c:marker>
            <c:symbol val="none"/>
          </c:marker>
          <c:dPt>
            <c:idx val="0"/>
            <c:marker>
              <c:symbol val="circle"/>
              <c:size val="7"/>
              <c:spPr>
                <a:solidFill>
                  <a:srgbClr val="000000"/>
                </a:solidFill>
                <a:ln w="9525" cmpd="sng" algn="ctr">
                  <a:solidFill>
                    <a:srgbClr val="000000"/>
                  </a:solidFill>
                  <a:prstDash val="solid"/>
                </a:ln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00-5F13-4D39-93C0-C85A5C5BFF10}"/>
              </c:ext>
            </c:extLst>
          </c:dPt>
          <c:dPt>
            <c:idx val="1"/>
            <c:marker>
              <c:symbol val="circle"/>
              <c:size val="7"/>
              <c:spPr>
                <a:solidFill>
                  <a:srgbClr val="000000"/>
                </a:solidFill>
                <a:ln w="9525" cmpd="sng" algn="ctr">
                  <a:solidFill>
                    <a:srgbClr val="000000"/>
                  </a:solidFill>
                  <a:prstDash val="solid"/>
                </a:ln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01-5F13-4D39-93C0-C85A5C5BFF10}"/>
              </c:ext>
            </c:extLst>
          </c:dPt>
          <c:dPt>
            <c:idx val="2"/>
            <c:marker>
              <c:symbol val="circle"/>
              <c:size val="7"/>
              <c:spPr>
                <a:solidFill>
                  <a:srgbClr val="000000"/>
                </a:solidFill>
                <a:ln w="9525" cmpd="sng" algn="ctr">
                  <a:solidFill>
                    <a:srgbClr val="000000"/>
                  </a:solidFill>
                  <a:prstDash val="solid"/>
                </a:ln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02-5F13-4D39-93C0-C85A5C5BFF10}"/>
              </c:ext>
            </c:extLst>
          </c:dPt>
          <c:xVal>
            <c:numRef>
              <c:f>Sheet1!$A$1:$W$1</c:f>
              <c:numCache>
                <c:formatCode>General</c:formatCode>
                <c:ptCount val="23"/>
                <c:pt idx="0">
                  <c:v>2008</c:v>
                </c:pt>
                <c:pt idx="1">
                  <c:v>2009</c:v>
                </c:pt>
                <c:pt idx="2">
                  <c:v>2010</c:v>
                </c:pt>
                <c:pt idx="3">
                  <c:v>2011</c:v>
                </c:pt>
                <c:pt idx="4">
                  <c:v>2012</c:v>
                </c:pt>
                <c:pt idx="5">
                  <c:v>2013</c:v>
                </c:pt>
                <c:pt idx="6">
                  <c:v>2014</c:v>
                </c:pt>
                <c:pt idx="7">
                  <c:v>2015</c:v>
                </c:pt>
                <c:pt idx="8">
                  <c:v>2016</c:v>
                </c:pt>
                <c:pt idx="9">
                  <c:v>2017</c:v>
                </c:pt>
                <c:pt idx="10">
                  <c:v>2018</c:v>
                </c:pt>
                <c:pt idx="11">
                  <c:v>2019</c:v>
                </c:pt>
                <c:pt idx="12">
                  <c:v>2020</c:v>
                </c:pt>
                <c:pt idx="13">
                  <c:v>2021</c:v>
                </c:pt>
                <c:pt idx="14">
                  <c:v>2022</c:v>
                </c:pt>
                <c:pt idx="15">
                  <c:v>2023</c:v>
                </c:pt>
                <c:pt idx="16">
                  <c:v>2024</c:v>
                </c:pt>
                <c:pt idx="17">
                  <c:v>2025</c:v>
                </c:pt>
                <c:pt idx="18">
                  <c:v>2026</c:v>
                </c:pt>
                <c:pt idx="19">
                  <c:v>2027</c:v>
                </c:pt>
                <c:pt idx="20">
                  <c:v>2028</c:v>
                </c:pt>
                <c:pt idx="21">
                  <c:v>2029</c:v>
                </c:pt>
                <c:pt idx="22">
                  <c:v>2030</c:v>
                </c:pt>
              </c:numCache>
            </c:numRef>
          </c:xVal>
          <c:yVal>
            <c:numRef>
              <c:f>Sheet1!$A$2:$W$2</c:f>
              <c:numCache>
                <c:formatCode>General</c:formatCode>
                <c:ptCount val="23"/>
                <c:pt idx="0">
                  <c:v>4.0999999999999996</c:v>
                </c:pt>
                <c:pt idx="1">
                  <c:v>5.3</c:v>
                </c:pt>
                <c:pt idx="2">
                  <c:v>3.2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3-5F13-4D39-93C0-C85A5C5BFF10}"/>
            </c:ext>
          </c:extLst>
        </c:ser>
        <c:ser>
          <c:idx val="1"/>
          <c:order val="1"/>
          <c:spPr>
            <a:ln w="38100" cmpd="sng" algn="ctr">
              <a:solidFill>
                <a:srgbClr val="CC0000"/>
              </a:solidFill>
              <a:prstDash val="solid"/>
            </a:ln>
          </c:spPr>
          <c:marker>
            <c:symbol val="none"/>
          </c:marker>
          <c:dPt>
            <c:idx val="15"/>
            <c:marker>
              <c:symbol val="circle"/>
              <c:size val="7"/>
              <c:spPr>
                <a:solidFill>
                  <a:srgbClr val="CC0000"/>
                </a:solidFill>
                <a:ln w="9525" cmpd="sng" algn="ctr">
                  <a:solidFill>
                    <a:srgbClr val="CC0000"/>
                  </a:solidFill>
                  <a:prstDash val="solid"/>
                </a:ln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04-5F13-4D39-93C0-C85A5C5BFF10}"/>
              </c:ext>
            </c:extLst>
          </c:dPt>
          <c:dPt>
            <c:idx val="16"/>
            <c:marker>
              <c:symbol val="circle"/>
              <c:size val="7"/>
              <c:spPr>
                <a:solidFill>
                  <a:srgbClr val="CC0000"/>
                </a:solidFill>
                <a:ln w="9525" cmpd="sng" algn="ctr">
                  <a:solidFill>
                    <a:srgbClr val="CC0000"/>
                  </a:solidFill>
                  <a:prstDash val="solid"/>
                </a:ln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05-5F13-4D39-93C0-C85A5C5BFF10}"/>
              </c:ext>
            </c:extLst>
          </c:dPt>
          <c:dPt>
            <c:idx val="17"/>
            <c:marker>
              <c:symbol val="circle"/>
              <c:size val="7"/>
              <c:spPr>
                <a:solidFill>
                  <a:srgbClr val="CC0000"/>
                </a:solidFill>
                <a:ln w="9525" cmpd="sng" algn="ctr">
                  <a:solidFill>
                    <a:srgbClr val="CC0000"/>
                  </a:solidFill>
                  <a:prstDash val="solid"/>
                </a:ln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06-5F13-4D39-93C0-C85A5C5BFF10}"/>
              </c:ext>
            </c:extLst>
          </c:dPt>
          <c:dPt>
            <c:idx val="18"/>
            <c:marker>
              <c:symbol val="circle"/>
              <c:size val="7"/>
              <c:spPr>
                <a:solidFill>
                  <a:srgbClr val="CC0000"/>
                </a:solidFill>
                <a:ln w="9525" cmpd="sng" algn="ctr">
                  <a:solidFill>
                    <a:srgbClr val="CC0000"/>
                  </a:solidFill>
                  <a:prstDash val="solid"/>
                </a:ln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07-5F13-4D39-93C0-C85A5C5BFF10}"/>
              </c:ext>
            </c:extLst>
          </c:dPt>
          <c:xVal>
            <c:numRef>
              <c:f>Sheet1!$A$1:$W$1</c:f>
              <c:numCache>
                <c:formatCode>General</c:formatCode>
                <c:ptCount val="23"/>
                <c:pt idx="0">
                  <c:v>2008</c:v>
                </c:pt>
                <c:pt idx="1">
                  <c:v>2009</c:v>
                </c:pt>
                <c:pt idx="2">
                  <c:v>2010</c:v>
                </c:pt>
                <c:pt idx="3">
                  <c:v>2011</c:v>
                </c:pt>
                <c:pt idx="4">
                  <c:v>2012</c:v>
                </c:pt>
                <c:pt idx="5">
                  <c:v>2013</c:v>
                </c:pt>
                <c:pt idx="6">
                  <c:v>2014</c:v>
                </c:pt>
                <c:pt idx="7">
                  <c:v>2015</c:v>
                </c:pt>
                <c:pt idx="8">
                  <c:v>2016</c:v>
                </c:pt>
                <c:pt idx="9">
                  <c:v>2017</c:v>
                </c:pt>
                <c:pt idx="10">
                  <c:v>2018</c:v>
                </c:pt>
                <c:pt idx="11">
                  <c:v>2019</c:v>
                </c:pt>
                <c:pt idx="12">
                  <c:v>2020</c:v>
                </c:pt>
                <c:pt idx="13">
                  <c:v>2021</c:v>
                </c:pt>
                <c:pt idx="14">
                  <c:v>2022</c:v>
                </c:pt>
                <c:pt idx="15">
                  <c:v>2023</c:v>
                </c:pt>
                <c:pt idx="16">
                  <c:v>2024</c:v>
                </c:pt>
                <c:pt idx="17">
                  <c:v>2025</c:v>
                </c:pt>
                <c:pt idx="18">
                  <c:v>2026</c:v>
                </c:pt>
                <c:pt idx="19">
                  <c:v>2027</c:v>
                </c:pt>
                <c:pt idx="20">
                  <c:v>2028</c:v>
                </c:pt>
                <c:pt idx="21">
                  <c:v>2029</c:v>
                </c:pt>
                <c:pt idx="22">
                  <c:v>2030</c:v>
                </c:pt>
              </c:numCache>
            </c:numRef>
          </c:xVal>
          <c:yVal>
            <c:numRef>
              <c:f>Sheet1!$A$3:$W$3</c:f>
              <c:numCache>
                <c:formatCode>General</c:formatCode>
                <c:ptCount val="23"/>
                <c:pt idx="15">
                  <c:v>3.2</c:v>
                </c:pt>
                <c:pt idx="16">
                  <c:v>5.0999999999999996</c:v>
                </c:pt>
                <c:pt idx="17">
                  <c:v>2.4</c:v>
                </c:pt>
                <c:pt idx="18">
                  <c:v>2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8-5F13-4D39-93C0-C85A5C5BFF1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4"/>
        <c:axId val="5"/>
      </c:scatterChart>
      <c:valAx>
        <c:axId val="4"/>
        <c:scaling>
          <c:orientation val="minMax"/>
          <c:max val="2030"/>
          <c:min val="2008"/>
        </c:scaling>
        <c:delete val="0"/>
        <c:axPos val="b"/>
        <c:majorGridlines>
          <c:spPr>
            <a:ln>
              <a:noFill/>
            </a:ln>
          </c:spPr>
        </c:majorGridlines>
        <c:numFmt formatCode="General" sourceLinked="1"/>
        <c:majorTickMark val="none"/>
        <c:minorTickMark val="none"/>
        <c:tickLblPos val="none"/>
        <c:spPr>
          <a:ln w="9525" cmpd="sng" algn="ctr">
            <a:solidFill>
              <a:srgbClr val="000000"/>
            </a:solidFill>
            <a:prstDash val="solid"/>
          </a:ln>
        </c:spPr>
        <c:crossAx val="5"/>
        <c:crossesAt val="0"/>
        <c:crossBetween val="midCat"/>
      </c:valAx>
      <c:valAx>
        <c:axId val="5"/>
        <c:scaling>
          <c:orientation val="minMax"/>
          <c:max val="20"/>
          <c:min val="-20"/>
        </c:scaling>
        <c:delete val="0"/>
        <c:axPos val="l"/>
        <c:majorGridlines>
          <c:spPr>
            <a:ln w="9525" cmpd="sng" algn="ctr">
              <a:solidFill>
                <a:srgbClr val="B4B4B4"/>
              </a:solidFill>
              <a:prstDash val="solid"/>
            </a:ln>
          </c:spPr>
        </c:majorGridlines>
        <c:numFmt formatCode="General" sourceLinked="1"/>
        <c:majorTickMark val="none"/>
        <c:minorTickMark val="none"/>
        <c:tickLblPos val="none"/>
        <c:spPr>
          <a:ln w="9525" cmpd="sng" algn="ctr">
            <a:solidFill>
              <a:srgbClr val="000000"/>
            </a:solidFill>
            <a:prstDash val="solid"/>
          </a:ln>
        </c:spPr>
        <c:crossAx val="4"/>
        <c:crosses val="min"/>
        <c:crossBetween val="midCat"/>
        <c:majorUnit val="5"/>
      </c:valAx>
    </c:plotArea>
    <c:plotVisOnly val="0"/>
    <c:dispBlanksAs val="gap"/>
    <c:showDLblsOverMax val="1"/>
  </c:chart>
  <c:externalData r:id="rId1">
    <c:autoUpdate val="0"/>
  </c:externalData>
</c:chartSpace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BainLogo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17037" y="4998212"/>
            <a:ext cx="3240000" cy="405000"/>
          </a:xfrm>
          <a:prstGeom prst="rect">
            <a:avLst/>
          </a:prstGeom>
        </p:spPr>
      </p:pic>
      <p:sp>
        <p:nvSpPr>
          <p:cNvPr id="13" name="TextBox 12"/>
          <p:cNvSpPr txBox="1"/>
          <p:nvPr userDrawn="1"/>
        </p:nvSpPr>
        <p:spPr>
          <a:xfrm>
            <a:off x="334963" y="5077602"/>
            <a:ext cx="884858" cy="246221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marL="0" indent="0">
              <a:buNone/>
            </a:pPr>
            <a:r>
              <a:rPr lang="en-US" sz="1600" b="1" cap="all" spc="300" baseline="0" dirty="0">
                <a:solidFill>
                  <a:schemeClr val="tx1"/>
                </a:solidFill>
              </a:rPr>
              <a:t>Draft</a:t>
            </a:r>
          </a:p>
        </p:txBody>
      </p:sp>
      <p:cxnSp>
        <p:nvCxnSpPr>
          <p:cNvPr id="5" name="SeparatorLine"/>
          <p:cNvCxnSpPr/>
          <p:nvPr userDrawn="1"/>
        </p:nvCxnSpPr>
        <p:spPr>
          <a:xfrm>
            <a:off x="0" y="4873803"/>
            <a:ext cx="11857037" cy="0"/>
          </a:xfrm>
          <a:prstGeom prst="line">
            <a:avLst/>
          </a:prstGeom>
          <a:ln w="19050" cap="flat">
            <a:solidFill>
              <a:schemeClr val="accent3"/>
            </a:solidFill>
            <a:miter lim="800000"/>
            <a:tailEnd type="non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ClientLogo"/>
          <p:cNvSpPr>
            <a:spLocks noGrp="1"/>
          </p:cNvSpPr>
          <p:nvPr>
            <p:ph type="pic" sz="quarter" idx="10"/>
          </p:nvPr>
        </p:nvSpPr>
        <p:spPr>
          <a:xfrm>
            <a:off x="8617039" y="3364443"/>
            <a:ext cx="3239999" cy="1399647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pic>
        <p:nvPicPr>
          <p:cNvPr id="8" name="Disclaimer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315468" y="6547288"/>
            <a:ext cx="6407451" cy="274344"/>
          </a:xfrm>
          <a:prstGeom prst="rect">
            <a:avLst/>
          </a:prstGeom>
        </p:spPr>
      </p:pic>
      <p:sp>
        <p:nvSpPr>
          <p:cNvPr id="3" name="Subtitle"/>
          <p:cNvSpPr>
            <a:spLocks noGrp="1"/>
          </p:cNvSpPr>
          <p:nvPr>
            <p:ph type="subTitle" idx="1" hasCustomPrompt="1"/>
          </p:nvPr>
        </p:nvSpPr>
        <p:spPr>
          <a:xfrm>
            <a:off x="334965" y="2420938"/>
            <a:ext cx="11522075" cy="900000"/>
          </a:xfrm>
        </p:spPr>
        <p:txBody>
          <a:bodyPr/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2200">
                <a:solidFill>
                  <a:schemeClr val="bg2"/>
                </a:solidFill>
              </a:defRPr>
            </a:lvl1pPr>
            <a:lvl2pPr marL="457178" indent="0" algn="ctr">
              <a:buNone/>
              <a:defRPr sz="2000"/>
            </a:lvl2pPr>
            <a:lvl3pPr marL="914354" indent="0" algn="ctr">
              <a:buNone/>
              <a:defRPr sz="1800"/>
            </a:lvl3pPr>
            <a:lvl4pPr marL="1371532" indent="0" algn="ctr">
              <a:buNone/>
              <a:defRPr sz="1600"/>
            </a:lvl4pPr>
            <a:lvl5pPr marL="1828709" indent="0" algn="ctr">
              <a:buNone/>
              <a:defRPr sz="1600"/>
            </a:lvl5pPr>
            <a:lvl6pPr marL="2285886" indent="0" algn="ctr">
              <a:buNone/>
              <a:defRPr sz="1600"/>
            </a:lvl6pPr>
            <a:lvl7pPr marL="2743062" indent="0" algn="ctr">
              <a:buNone/>
              <a:defRPr sz="1600"/>
            </a:lvl7pPr>
            <a:lvl8pPr marL="3200240" indent="0" algn="ctr">
              <a:buNone/>
              <a:defRPr sz="1600"/>
            </a:lvl8pPr>
            <a:lvl9pPr marL="3657418" indent="0" algn="ctr">
              <a:buNone/>
              <a:defRPr sz="1600"/>
            </a:lvl9pPr>
          </a:lstStyle>
          <a:p>
            <a:r>
              <a:rPr lang="en-US" dirty="0"/>
              <a:t>Click to add subtitle/contacts/date</a:t>
            </a:r>
          </a:p>
        </p:txBody>
      </p:sp>
      <p:sp>
        <p:nvSpPr>
          <p:cNvPr id="2" name="Title"/>
          <p:cNvSpPr>
            <a:spLocks noGrp="1"/>
          </p:cNvSpPr>
          <p:nvPr>
            <p:ph type="ctrTitle" hasCustomPrompt="1"/>
          </p:nvPr>
        </p:nvSpPr>
        <p:spPr>
          <a:xfrm>
            <a:off x="334964" y="1268413"/>
            <a:ext cx="11522075" cy="900112"/>
          </a:xfrm>
        </p:spPr>
        <p:txBody>
          <a:bodyPr anchor="b"/>
          <a:lstStyle>
            <a:lvl1pPr algn="l">
              <a:spcBef>
                <a:spcPts val="0"/>
              </a:spcBef>
              <a:defRPr sz="2600" b="1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</p:spTree>
    <p:extLst>
      <p:ext uri="{BB962C8B-B14F-4D97-AF65-F5344CB8AC3E}">
        <p14:creationId xmlns:p14="http://schemas.microsoft.com/office/powerpoint/2010/main" val="4012046067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04292435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Last Page Log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8" name="BainLogo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17037" y="4998212"/>
            <a:ext cx="3240000" cy="405000"/>
          </a:xfrm>
          <a:prstGeom prst="rect">
            <a:avLst/>
          </a:prstGeom>
        </p:spPr>
      </p:pic>
      <p:cxnSp>
        <p:nvCxnSpPr>
          <p:cNvPr id="39" name="SeparatorLine"/>
          <p:cNvCxnSpPr/>
          <p:nvPr userDrawn="1"/>
        </p:nvCxnSpPr>
        <p:spPr>
          <a:xfrm>
            <a:off x="0" y="5481638"/>
            <a:ext cx="11857037" cy="0"/>
          </a:xfrm>
          <a:prstGeom prst="line">
            <a:avLst/>
          </a:prstGeom>
          <a:ln w="19050" cap="flat">
            <a:solidFill>
              <a:schemeClr val="accent3"/>
            </a:solidFill>
            <a:miter lim="800000"/>
            <a:tailEnd type="non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8732351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453" userDrawn="1">
          <p15:clr>
            <a:srgbClr val="A4A3A4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6344423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emf"/><Relationship Id="rId3" Type="http://schemas.openxmlformats.org/officeDocument/2006/relationships/slideLayout" Target="../slideLayouts/slideLayout3.xml"/><Relationship Id="rId7" Type="http://schemas.openxmlformats.org/officeDocument/2006/relationships/oleObject" Target="../embeddings/oleObject1.bin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ags" Target="../tags/tag2.xml"/><Relationship Id="rId5" Type="http://schemas.openxmlformats.org/officeDocument/2006/relationships/theme" Target="../theme/theme1.xml"/><Relationship Id="rId10" Type="http://schemas.openxmlformats.org/officeDocument/2006/relationships/image" Target="../media/image3.png"/><Relationship Id="rId4" Type="http://schemas.openxmlformats.org/officeDocument/2006/relationships/slideLayout" Target="../slideLayouts/slideLayout4.xml"/><Relationship Id="rId9" Type="http://schemas.openxmlformats.org/officeDocument/2006/relationships/image" Target="../media/image2.emf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think-cell data - do not delete" hidden="1">
            <a:extLst>
              <a:ext uri="{FF2B5EF4-FFF2-40B4-BE49-F238E27FC236}">
                <a16:creationId xmlns:a16="http://schemas.microsoft.com/office/drawing/2014/main" id="{9949F73F-40C4-459A-87F2-5B4A916D85AA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6"/>
            </p:custDataLst>
            <p:extLst>
              <p:ext uri="{D42A27DB-BD31-4B8C-83A1-F6EECF244321}">
                <p14:modId xmlns:p14="http://schemas.microsoft.com/office/powerpoint/2010/main" val="243945686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7" imgW="606" imgH="608" progId="TCLayout.ActiveDocument.1">
                  <p:embed/>
                </p:oleObj>
              </mc:Choice>
              <mc:Fallback>
                <p:oleObj name="think-cell Slide" r:id="rId7" imgW="606" imgH="608" progId="TCLayout.ActiveDocument.1">
                  <p:embed/>
                  <p:pic>
                    <p:nvPicPr>
                      <p:cNvPr id="6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9949F73F-40C4-459A-87F2-5B4A916D85A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BtfpConfiguration" hidden="1"/>
          <p:cNvSpPr txBox="1"/>
          <p:nvPr userDrawn="1"/>
        </p:nvSpPr>
        <p:spPr bwMode="hidden">
          <a:xfrm>
            <a:off x="0" y="0"/>
            <a:ext cx="36000" cy="36000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marL="0" indent="0">
              <a:buNone/>
            </a:pPr>
            <a:r>
              <a:rPr lang="en-US" sz="100">
                <a:solidFill>
                  <a:schemeClr val="bg1">
                    <a:alpha val="0"/>
                  </a:schemeClr>
                </a:solidFill>
              </a:rPr>
              <a:t>&lt;BTFP&gt;&lt;!-- BTFPCONFIGURATION:3C627466703E0D0A20203C74656D706C6174652076657273696F6E3D22322E342E302220747970653D226272616E64656422207061676553697A653D227769646573637265656E22202F3E0D0A20203C4775696465733E0D0A202020203C4C656674477569646520786D6C6E733D22323622202F3E0D0A202020203C5269676874477569646520786D6C6E733D2239333422202F3E0D0A202020203C5570706572537469636B6572477569646520786D6C6E733D22363922202F3E0D0A202020203C4C6F776572537469636B6572477569646520786D6C6E733D2231303022202F3E0D0A202020203C426F74746F6D477569646520786D6C6E733D2235313722202F3E0D0A20203C2F4775696465733E0D0A3C2F627466703E --&gt;&lt;/BTFP&gt;</a:t>
            </a:r>
            <a:endParaRPr lang="en-US" sz="100" dirty="0">
              <a:solidFill>
                <a:schemeClr val="bg1">
                  <a:alpha val="0"/>
                </a:schemeClr>
              </a:solidFill>
            </a:endParaRPr>
          </a:p>
        </p:txBody>
      </p:sp>
      <p:sp>
        <p:nvSpPr>
          <p:cNvPr id="19" name="SlideNumber"/>
          <p:cNvSpPr/>
          <p:nvPr userDrawn="1"/>
        </p:nvSpPr>
        <p:spPr bwMode="gray">
          <a:xfrm>
            <a:off x="11715975" y="6649694"/>
            <a:ext cx="141064" cy="138499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 anchorCtr="0">
            <a:spAutoFit/>
          </a:bodyPr>
          <a:lstStyle/>
          <a:p>
            <a:pPr marL="0" indent="0" algn="r" defTabSz="711200" rtl="0" eaLnBrk="1" latinLnBrk="0" hangingPunct="1">
              <a:spcBef>
                <a:spcPts val="1200"/>
              </a:spcBef>
              <a:buNone/>
            </a:pPr>
            <a:fld id="{BB69BBE8-4DB2-4642-B003-B220ACD5A2FD}" type="slidenum">
              <a:rPr lang="en-US" sz="900" b="0" baseline="0" smtClean="0">
                <a:solidFill>
                  <a:schemeClr val="bg2"/>
                </a:solidFill>
                <a:latin typeface="+mn-lt"/>
              </a:rPr>
              <a:pPr marL="0" indent="0" algn="r" defTabSz="711200" rtl="0" eaLnBrk="1" latinLnBrk="0" hangingPunct="1">
                <a:spcBef>
                  <a:spcPts val="1200"/>
                </a:spcBef>
                <a:buNone/>
              </a:pPr>
              <a:t>‹#›</a:t>
            </a:fld>
            <a:endParaRPr lang="en-US" sz="900" b="0" dirty="0">
              <a:solidFill>
                <a:schemeClr val="bg2"/>
              </a:solidFill>
              <a:latin typeface="+mn-lt"/>
            </a:endParaRPr>
          </a:p>
        </p:txBody>
      </p:sp>
      <p:pic>
        <p:nvPicPr>
          <p:cNvPr id="12" name="BainLogo"/>
          <p:cNvPicPr>
            <a:picLocks noChangeAspect="1"/>
          </p:cNvPicPr>
          <p:nvPr userDrawn="1"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60000" y="6654664"/>
            <a:ext cx="1152000" cy="144000"/>
          </a:xfrm>
          <a:prstGeom prst="rect">
            <a:avLst/>
          </a:prstGeom>
        </p:spPr>
      </p:pic>
      <p:sp>
        <p:nvSpPr>
          <p:cNvPr id="8" name="CreatedFooter"/>
          <p:cNvSpPr/>
          <p:nvPr userDrawn="1"/>
        </p:nvSpPr>
        <p:spPr>
          <a:xfrm>
            <a:off x="8263033" y="6642830"/>
            <a:ext cx="1368171" cy="165036"/>
          </a:xfrm>
          <a:prstGeom prst="rect">
            <a:avLst/>
          </a:prstGeom>
        </p:spPr>
        <p:txBody>
          <a:bodyPr wrap="square" lIns="36000" tIns="36000" rIns="36000" bIns="36000">
            <a:spAutoFit/>
          </a:bodyPr>
          <a:lstStyle/>
          <a:p>
            <a:pPr marL="0" indent="0" algn="ctr" defTabSz="711200" rtl="0" eaLnBrk="1" latinLnBrk="0" hangingPunct="1">
              <a:spcBef>
                <a:spcPts val="1200"/>
              </a:spcBef>
              <a:buNone/>
            </a:pPr>
            <a:r>
              <a:rPr lang="en-US" sz="600">
                <a:solidFill>
                  <a:srgbClr val="FFFFFF"/>
                </a:solidFill>
              </a:rPr>
              <a:t>thinkcell_template_growth</a:t>
            </a:r>
            <a:endParaRPr lang="en-US" sz="600" dirty="0">
              <a:solidFill>
                <a:srgbClr val="FFFFFF"/>
              </a:solidFill>
            </a:endParaRPr>
          </a:p>
        </p:txBody>
      </p:sp>
      <p:sp>
        <p:nvSpPr>
          <p:cNvPr id="7" name="OfficeCode"/>
          <p:cNvSpPr/>
          <p:nvPr userDrawn="1"/>
        </p:nvSpPr>
        <p:spPr>
          <a:xfrm>
            <a:off x="7348519" y="6642830"/>
            <a:ext cx="288036" cy="165036"/>
          </a:xfrm>
          <a:prstGeom prst="rect">
            <a:avLst/>
          </a:prstGeom>
        </p:spPr>
        <p:txBody>
          <a:bodyPr wrap="square" lIns="36000" tIns="36000" rIns="36000" bIns="36000">
            <a:spAutoFit/>
          </a:bodyPr>
          <a:lstStyle/>
          <a:p>
            <a:pPr marL="0" indent="0" algn="ctr" defTabSz="711200" rtl="0" eaLnBrk="1" latinLnBrk="0" hangingPunct="1">
              <a:spcBef>
                <a:spcPts val="1200"/>
              </a:spcBef>
              <a:buNone/>
            </a:pPr>
            <a:r>
              <a:rPr lang="en-US" sz="600">
                <a:solidFill>
                  <a:srgbClr val="FFFFFF"/>
                </a:solidFill>
              </a:rPr>
              <a:t>DBS</a:t>
            </a:r>
            <a:endParaRPr lang="en-US" sz="600" dirty="0">
              <a:solidFill>
                <a:srgbClr val="FFFFFF"/>
              </a:solidFill>
            </a:endParaRPr>
          </a:p>
        </p:txBody>
      </p:sp>
      <p:pic>
        <p:nvPicPr>
          <p:cNvPr id="14" name="Disclaimer"/>
          <p:cNvPicPr>
            <a:picLocks noChangeAspect="1"/>
          </p:cNvPicPr>
          <p:nvPr userDrawn="1"/>
        </p:nvPicPr>
        <p:blipFill>
          <a:blip r:embed="rId10"/>
          <a:stretch>
            <a:fillRect/>
          </a:stretch>
        </p:blipFill>
        <p:spPr>
          <a:xfrm>
            <a:off x="316547" y="6641266"/>
            <a:ext cx="6407451" cy="176799"/>
          </a:xfrm>
          <a:prstGeom prst="rect">
            <a:avLst/>
          </a:prstGeom>
        </p:spPr>
      </p:pic>
      <p:cxnSp>
        <p:nvCxnSpPr>
          <p:cNvPr id="20" name="FooterSeparatorLine"/>
          <p:cNvCxnSpPr/>
          <p:nvPr userDrawn="1"/>
        </p:nvCxnSpPr>
        <p:spPr>
          <a:xfrm>
            <a:off x="0" y="6598800"/>
            <a:ext cx="11857037" cy="0"/>
          </a:xfrm>
          <a:prstGeom prst="line">
            <a:avLst/>
          </a:prstGeom>
          <a:ln w="9525" cap="flat">
            <a:solidFill>
              <a:schemeClr val="accent1"/>
            </a:solidFill>
            <a:miter lim="800000"/>
            <a:tailEnd type="non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 Placeholder"/>
          <p:cNvSpPr>
            <a:spLocks noGrp="1"/>
          </p:cNvSpPr>
          <p:nvPr>
            <p:ph type="body" idx="1"/>
          </p:nvPr>
        </p:nvSpPr>
        <p:spPr>
          <a:xfrm>
            <a:off x="334435" y="1268413"/>
            <a:ext cx="11522603" cy="5292725"/>
          </a:xfrm>
          <a:prstGeom prst="rect">
            <a:avLst/>
          </a:prstGeom>
        </p:spPr>
        <p:txBody>
          <a:bodyPr vert="horz" lIns="36000" tIns="36000" rIns="36000" bIns="36000" rtlCol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cxnSp>
        <p:nvCxnSpPr>
          <p:cNvPr id="23" name="TitleSeparatorLine"/>
          <p:cNvCxnSpPr/>
          <p:nvPr userDrawn="1"/>
        </p:nvCxnSpPr>
        <p:spPr>
          <a:xfrm>
            <a:off x="0" y="873125"/>
            <a:ext cx="11857037" cy="0"/>
          </a:xfrm>
          <a:prstGeom prst="line">
            <a:avLst/>
          </a:prstGeom>
          <a:ln w="19050" cap="flat">
            <a:solidFill>
              <a:schemeClr val="accent3"/>
            </a:solidFill>
            <a:miter lim="800000"/>
            <a:tailEnd type="non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Slide Title"/>
          <p:cNvSpPr>
            <a:spLocks noGrp="1"/>
          </p:cNvSpPr>
          <p:nvPr>
            <p:ph type="title"/>
          </p:nvPr>
        </p:nvSpPr>
        <p:spPr>
          <a:xfrm>
            <a:off x="334963" y="1"/>
            <a:ext cx="11522075" cy="876687"/>
          </a:xfrm>
          <a:prstGeom prst="rect">
            <a:avLst/>
          </a:prstGeom>
        </p:spPr>
        <p:txBody>
          <a:bodyPr vert="horz" lIns="36000" tIns="36000" rIns="36000" bIns="72000" rtlCol="0" anchor="b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2979524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4" r:id="rId2"/>
    <p:sldLayoutId id="2147483663" r:id="rId3"/>
    <p:sldLayoutId id="2147483655" r:id="rId4"/>
  </p:sldLayoutIdLst>
  <p:txStyles>
    <p:titleStyle>
      <a:lvl1pPr algn="l" defTabSz="711200" rtl="0" eaLnBrk="1" latinLnBrk="0" hangingPunct="1">
        <a:lnSpc>
          <a:spcPct val="100000"/>
        </a:lnSpc>
        <a:spcBef>
          <a:spcPct val="0"/>
        </a:spcBef>
        <a:buNone/>
        <a:defRPr sz="2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80975" indent="-180975" algn="l" defTabSz="914354" rtl="0" eaLnBrk="1" latinLnBrk="0" hangingPunct="1">
        <a:lnSpc>
          <a:spcPct val="100000"/>
        </a:lnSpc>
        <a:spcBef>
          <a:spcPts val="12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1pPr>
      <a:lvl2pPr marL="361950" indent="-180975" algn="l" defTabSz="914354" rtl="0" eaLnBrk="1" latinLnBrk="0" hangingPunct="1">
        <a:lnSpc>
          <a:spcPct val="100000"/>
        </a:lnSpc>
        <a:spcBef>
          <a:spcPts val="600"/>
        </a:spcBef>
        <a:buFont typeface="Arial" panose="020B0604020202020204" pitchFamily="34" charset="0"/>
        <a:buChar char="–"/>
        <a:defRPr sz="1400" kern="1200">
          <a:solidFill>
            <a:schemeClr val="tx1"/>
          </a:solidFill>
          <a:latin typeface="+mn-lt"/>
          <a:ea typeface="+mn-ea"/>
          <a:cs typeface="+mn-cs"/>
        </a:defRPr>
      </a:lvl2pPr>
      <a:lvl3pPr marL="534988" indent="-173038" algn="l" defTabSz="914354" rtl="0" eaLnBrk="1" latinLnBrk="0" hangingPunct="1">
        <a:lnSpc>
          <a:spcPct val="100000"/>
        </a:lnSpc>
        <a:spcBef>
          <a:spcPts val="600"/>
        </a:spcBef>
        <a:buFont typeface="Arial" panose="020B0604020202020204" pitchFamily="34" charset="0"/>
        <a:buChar char="&gt;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715963" indent="-180975" algn="l" defTabSz="914354" rtl="0" eaLnBrk="1" latinLnBrk="0" hangingPunct="1">
        <a:lnSpc>
          <a:spcPct val="100000"/>
        </a:lnSpc>
        <a:spcBef>
          <a:spcPts val="600"/>
        </a:spcBef>
        <a:buFont typeface="Arial" panose="020B0604020202020204" pitchFamily="34" charset="0"/>
        <a:buChar char="–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898525" indent="-182563" algn="l" defTabSz="914354" rtl="0" eaLnBrk="1" latinLnBrk="0" hangingPunct="1">
        <a:lnSpc>
          <a:spcPct val="100000"/>
        </a:lnSpc>
        <a:spcBef>
          <a:spcPts val="600"/>
        </a:spcBef>
        <a:buFont typeface="Arial" panose="020B0604020202020204" pitchFamily="34" charset="0"/>
        <a:buChar char="&gt;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474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652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829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006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177800" indent="-177800" algn="l" defTabSz="711200" rtl="0" eaLnBrk="1" latinLnBrk="0" hangingPunct="1">
        <a:spcBef>
          <a:spcPts val="1200"/>
        </a:spcBef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1pPr>
      <a:lvl2pPr marL="355600" indent="-177800" algn="l" defTabSz="711200" rtl="0" eaLnBrk="1" latinLnBrk="0" hangingPunct="1">
        <a:spcBef>
          <a:spcPts val="600"/>
        </a:spcBef>
        <a:buChar char="–"/>
        <a:defRPr sz="1400" kern="1200">
          <a:solidFill>
            <a:schemeClr val="tx1"/>
          </a:solidFill>
          <a:latin typeface="+mn-lt"/>
          <a:ea typeface="+mn-ea"/>
          <a:cs typeface="+mn-cs"/>
        </a:defRPr>
      </a:lvl2pPr>
      <a:lvl3pPr marL="533400" indent="-177800" algn="l" defTabSz="711200" rtl="0" eaLnBrk="1" latinLnBrk="0" hangingPunct="1">
        <a:spcBef>
          <a:spcPts val="600"/>
        </a:spcBef>
        <a:buChar char="&gt;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711200" indent="-177800" algn="l" defTabSz="711200" rtl="0" eaLnBrk="1" latinLnBrk="0" hangingPunct="1">
        <a:spcBef>
          <a:spcPts val="600"/>
        </a:spcBef>
        <a:buChar char="–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889000" indent="-177800" algn="l" defTabSz="711200" rtl="0" eaLnBrk="1" latinLnBrk="0" hangingPunct="1">
        <a:spcBef>
          <a:spcPts val="600"/>
        </a:spcBef>
        <a:buChar char="&gt;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1066800" algn="l" defTabSz="7112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1244600" algn="l" defTabSz="7112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1422400" algn="l" defTabSz="7112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1600200" algn="l" defTabSz="7112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550" userDrawn="1">
          <p15:clr>
            <a:srgbClr val="D1D1D1"/>
          </p15:clr>
        </p15:guide>
        <p15:guide id="4" orient="horz" pos="799" userDrawn="1">
          <p15:clr>
            <a:srgbClr val="D1D1D1"/>
          </p15:clr>
        </p15:guide>
        <p15:guide id="7" orient="horz" pos="4133" userDrawn="1">
          <p15:clr>
            <a:srgbClr val="D1D1D1"/>
          </p15:clr>
        </p15:guide>
        <p15:guide id="8" pos="208" userDrawn="1">
          <p15:clr>
            <a:srgbClr val="CCCCCC"/>
          </p15:clr>
        </p15:guide>
        <p15:guide id="9" pos="7472" userDrawn="1">
          <p15:clr>
            <a:srgbClr val="CCCCCC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3" Type="http://schemas.openxmlformats.org/officeDocument/2006/relationships/tags" Target="../tags/tag15.xml"/><Relationship Id="rId18" Type="http://schemas.openxmlformats.org/officeDocument/2006/relationships/tags" Target="../tags/tag20.xml"/><Relationship Id="rId26" Type="http://schemas.openxmlformats.org/officeDocument/2006/relationships/tags" Target="../tags/tag28.xml"/><Relationship Id="rId39" Type="http://schemas.openxmlformats.org/officeDocument/2006/relationships/tags" Target="../tags/tag41.xml"/><Relationship Id="rId21" Type="http://schemas.openxmlformats.org/officeDocument/2006/relationships/tags" Target="../tags/tag23.xml"/><Relationship Id="rId34" Type="http://schemas.openxmlformats.org/officeDocument/2006/relationships/tags" Target="../tags/tag36.xml"/><Relationship Id="rId42" Type="http://schemas.openxmlformats.org/officeDocument/2006/relationships/tags" Target="../tags/tag44.xml"/><Relationship Id="rId47" Type="http://schemas.openxmlformats.org/officeDocument/2006/relationships/image" Target="../media/image1.emf"/><Relationship Id="rId7" Type="http://schemas.openxmlformats.org/officeDocument/2006/relationships/tags" Target="../tags/tag9.xml"/><Relationship Id="rId2" Type="http://schemas.openxmlformats.org/officeDocument/2006/relationships/tags" Target="../tags/tag4.xml"/><Relationship Id="rId16" Type="http://schemas.openxmlformats.org/officeDocument/2006/relationships/tags" Target="../tags/tag18.xml"/><Relationship Id="rId29" Type="http://schemas.openxmlformats.org/officeDocument/2006/relationships/tags" Target="../tags/tag31.xml"/><Relationship Id="rId1" Type="http://schemas.openxmlformats.org/officeDocument/2006/relationships/tags" Target="../tags/tag3.xml"/><Relationship Id="rId6" Type="http://schemas.openxmlformats.org/officeDocument/2006/relationships/tags" Target="../tags/tag8.xml"/><Relationship Id="rId11" Type="http://schemas.openxmlformats.org/officeDocument/2006/relationships/tags" Target="../tags/tag13.xml"/><Relationship Id="rId24" Type="http://schemas.openxmlformats.org/officeDocument/2006/relationships/tags" Target="../tags/tag26.xml"/><Relationship Id="rId32" Type="http://schemas.openxmlformats.org/officeDocument/2006/relationships/tags" Target="../tags/tag34.xml"/><Relationship Id="rId37" Type="http://schemas.openxmlformats.org/officeDocument/2006/relationships/tags" Target="../tags/tag39.xml"/><Relationship Id="rId40" Type="http://schemas.openxmlformats.org/officeDocument/2006/relationships/tags" Target="../tags/tag42.xml"/><Relationship Id="rId45" Type="http://schemas.openxmlformats.org/officeDocument/2006/relationships/slideLayout" Target="../slideLayouts/slideLayout2.xml"/><Relationship Id="rId5" Type="http://schemas.openxmlformats.org/officeDocument/2006/relationships/tags" Target="../tags/tag7.xml"/><Relationship Id="rId15" Type="http://schemas.openxmlformats.org/officeDocument/2006/relationships/tags" Target="../tags/tag17.xml"/><Relationship Id="rId23" Type="http://schemas.openxmlformats.org/officeDocument/2006/relationships/tags" Target="../tags/tag25.xml"/><Relationship Id="rId28" Type="http://schemas.openxmlformats.org/officeDocument/2006/relationships/tags" Target="../tags/tag30.xml"/><Relationship Id="rId36" Type="http://schemas.openxmlformats.org/officeDocument/2006/relationships/tags" Target="../tags/tag38.xml"/><Relationship Id="rId10" Type="http://schemas.openxmlformats.org/officeDocument/2006/relationships/tags" Target="../tags/tag12.xml"/><Relationship Id="rId19" Type="http://schemas.openxmlformats.org/officeDocument/2006/relationships/tags" Target="../tags/tag21.xml"/><Relationship Id="rId31" Type="http://schemas.openxmlformats.org/officeDocument/2006/relationships/tags" Target="../tags/tag33.xml"/><Relationship Id="rId44" Type="http://schemas.openxmlformats.org/officeDocument/2006/relationships/tags" Target="../tags/tag46.xml"/><Relationship Id="rId4" Type="http://schemas.openxmlformats.org/officeDocument/2006/relationships/tags" Target="../tags/tag6.xml"/><Relationship Id="rId9" Type="http://schemas.openxmlformats.org/officeDocument/2006/relationships/tags" Target="../tags/tag11.xml"/><Relationship Id="rId14" Type="http://schemas.openxmlformats.org/officeDocument/2006/relationships/tags" Target="../tags/tag16.xml"/><Relationship Id="rId22" Type="http://schemas.openxmlformats.org/officeDocument/2006/relationships/tags" Target="../tags/tag24.xml"/><Relationship Id="rId27" Type="http://schemas.openxmlformats.org/officeDocument/2006/relationships/tags" Target="../tags/tag29.xml"/><Relationship Id="rId30" Type="http://schemas.openxmlformats.org/officeDocument/2006/relationships/tags" Target="../tags/tag32.xml"/><Relationship Id="rId35" Type="http://schemas.openxmlformats.org/officeDocument/2006/relationships/tags" Target="../tags/tag37.xml"/><Relationship Id="rId43" Type="http://schemas.openxmlformats.org/officeDocument/2006/relationships/tags" Target="../tags/tag45.xml"/><Relationship Id="rId48" Type="http://schemas.openxmlformats.org/officeDocument/2006/relationships/chart" Target="../charts/chart1.xml"/><Relationship Id="rId8" Type="http://schemas.openxmlformats.org/officeDocument/2006/relationships/tags" Target="../tags/tag10.xml"/><Relationship Id="rId3" Type="http://schemas.openxmlformats.org/officeDocument/2006/relationships/tags" Target="../tags/tag5.xml"/><Relationship Id="rId12" Type="http://schemas.openxmlformats.org/officeDocument/2006/relationships/tags" Target="../tags/tag14.xml"/><Relationship Id="rId17" Type="http://schemas.openxmlformats.org/officeDocument/2006/relationships/tags" Target="../tags/tag19.xml"/><Relationship Id="rId25" Type="http://schemas.openxmlformats.org/officeDocument/2006/relationships/tags" Target="../tags/tag27.xml"/><Relationship Id="rId33" Type="http://schemas.openxmlformats.org/officeDocument/2006/relationships/tags" Target="../tags/tag35.xml"/><Relationship Id="rId38" Type="http://schemas.openxmlformats.org/officeDocument/2006/relationships/tags" Target="../tags/tag40.xml"/><Relationship Id="rId46" Type="http://schemas.openxmlformats.org/officeDocument/2006/relationships/oleObject" Target="../embeddings/oleObject2.bin"/><Relationship Id="rId20" Type="http://schemas.openxmlformats.org/officeDocument/2006/relationships/tags" Target="../tags/tag22.xml"/><Relationship Id="rId41" Type="http://schemas.openxmlformats.org/officeDocument/2006/relationships/tags" Target="../tags/tag4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3" name="think-cell data - do not delete" hidden="1">
            <a:extLst>
              <a:ext uri="{FF2B5EF4-FFF2-40B4-BE49-F238E27FC236}">
                <a16:creationId xmlns:a16="http://schemas.microsoft.com/office/drawing/2014/main" id="{85397661-73B1-5EE2-394A-F51949A7AF03}"/>
              </a:ext>
            </a:extLst>
          </p:cNvPr>
          <p:cNvGraphicFramePr>
            <a:graphicFrameLocks noChangeAspect="1"/>
          </p:cNvGraphicFramePr>
          <p:nvPr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2429374329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6" imgW="606" imgH="608" progId="TCLayout.ActiveDocument.1">
                  <p:embed/>
                </p:oleObj>
              </mc:Choice>
              <mc:Fallback>
                <p:oleObj name="think-cell Slide" r:id="rId46" imgW="606" imgH="608" progId="TCLayout.ActiveDocument.1">
                  <p:embed/>
                  <p:pic>
                    <p:nvPicPr>
                      <p:cNvPr id="13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85397661-73B1-5EE2-394A-F51949A7AF0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7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3" name="Chart 42">
            <a:extLst>
              <a:ext uri="{FF2B5EF4-FFF2-40B4-BE49-F238E27FC236}">
                <a16:creationId xmlns:a16="http://schemas.microsoft.com/office/drawing/2014/main" id="{99562E6E-7DB8-6EA9-A7D0-1469E2A405F2}"/>
              </a:ext>
            </a:extLst>
          </p:cNvPr>
          <p:cNvGraphicFramePr/>
          <p:nvPr>
            <p:custDataLst>
              <p:tags r:id="rId3"/>
            </p:custDataLst>
            <p:extLst>
              <p:ext uri="{D42A27DB-BD31-4B8C-83A1-F6EECF244321}">
                <p14:modId xmlns:p14="http://schemas.microsoft.com/office/powerpoint/2010/main" val="1349510361"/>
              </p:ext>
            </p:extLst>
          </p:nvPr>
        </p:nvGraphicFramePr>
        <p:xfrm>
          <a:off x="925513" y="1595438"/>
          <a:ext cx="10879137" cy="442436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8"/>
          </a:graphicData>
        </a:graphic>
      </p:graphicFrame>
      <p:sp>
        <p:nvSpPr>
          <p:cNvPr id="199" name="Text Placeholder">
            <a:extLst>
              <a:ext uri="{FF2B5EF4-FFF2-40B4-BE49-F238E27FC236}">
                <a16:creationId xmlns:a16="http://schemas.microsoft.com/office/drawing/2014/main" id="{5DD713EE-B13C-2279-64D9-D4D34F3F7A47}"/>
              </a:ext>
            </a:extLst>
          </p:cNvPr>
          <p:cNvSpPr>
            <a:spLocks/>
          </p:cNvSpPr>
          <p:nvPr>
            <p:custDataLst>
              <p:tags r:id="rId4"/>
            </p:custDataLst>
          </p:nvPr>
        </p:nvSpPr>
        <p:spPr bwMode="gray">
          <a:xfrm>
            <a:off x="1355725" y="5980113"/>
            <a:ext cx="279400" cy="152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>
            <a:noAutofit/>
          </a:bodyPr>
          <a:lstStyle>
            <a:lvl1pPr marL="180975" indent="-180975" algn="l" defTabSz="914354" rtl="0" eaLnBrk="1" latinLnBrk="0" hangingPunct="1">
              <a:lnSpc>
                <a:spcPct val="100000"/>
              </a:lnSpc>
              <a:spcBef>
                <a:spcPts val="12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61950" indent="-180975" algn="l" defTabSz="914354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34988" indent="-173038" algn="l" defTabSz="914354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&gt;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715963" indent="-180975" algn="l" defTabSz="914354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898525" indent="-182563" algn="l" defTabSz="914354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&gt;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474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652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829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006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3" indent="0" algn="ctr">
              <a:spcBef>
                <a:spcPct val="0"/>
              </a:spcBef>
              <a:spcAft>
                <a:spcPct val="0"/>
              </a:spcAft>
              <a:buNone/>
            </a:pPr>
            <a:fld id="{503E3B60-A6BD-490E-8794-759E40348C88}" type="datetime'2''''''''''''''''''''0''''''''''''''''''0''''''''''''9'">
              <a:rPr lang="en-US" altLang="en-US" sz="1000" smtClean="0">
                <a:solidFill>
                  <a:srgbClr val="000000"/>
                </a:solidFill>
                <a:effectLst/>
              </a:rPr>
              <a:pPr marL="0" lvl="3" indent="0" algn="ctr">
                <a:spcBef>
                  <a:spcPct val="0"/>
                </a:spcBef>
                <a:spcAft>
                  <a:spcPct val="0"/>
                </a:spcAft>
                <a:buNone/>
              </a:pPr>
              <a:t>2009</a:t>
            </a:fld>
            <a:endParaRPr lang="en-US" sz="1000" dirty="0">
              <a:solidFill>
                <a:srgbClr val="000000"/>
              </a:solidFill>
            </a:endParaRPr>
          </a:p>
        </p:txBody>
      </p:sp>
      <p:sp>
        <p:nvSpPr>
          <p:cNvPr id="42" name="Text Placeholder">
            <a:extLst>
              <a:ext uri="{FF2B5EF4-FFF2-40B4-BE49-F238E27FC236}">
                <a16:creationId xmlns:a16="http://schemas.microsoft.com/office/drawing/2014/main" id="{B64AD9FC-D35A-6F37-DCDF-15FDF1D72504}"/>
              </a:ext>
            </a:extLst>
          </p:cNvPr>
          <p:cNvSpPr>
            <a:spLocks/>
          </p:cNvSpPr>
          <p:nvPr>
            <p:custDataLst>
              <p:tags r:id="rId5"/>
            </p:custDataLst>
          </p:nvPr>
        </p:nvSpPr>
        <p:spPr bwMode="gray">
          <a:xfrm>
            <a:off x="1843088" y="5980113"/>
            <a:ext cx="279400" cy="152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>
            <a:noAutofit/>
          </a:bodyPr>
          <a:lstStyle>
            <a:lvl1pPr marL="180975" indent="-180975" algn="l" defTabSz="914354" rtl="0" eaLnBrk="1" latinLnBrk="0" hangingPunct="1">
              <a:lnSpc>
                <a:spcPct val="100000"/>
              </a:lnSpc>
              <a:spcBef>
                <a:spcPts val="12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61950" indent="-180975" algn="l" defTabSz="914354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34988" indent="-173038" algn="l" defTabSz="914354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&gt;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715963" indent="-180975" algn="l" defTabSz="914354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898525" indent="-182563" algn="l" defTabSz="914354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&gt;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474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652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829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006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3" indent="0" algn="ctr">
              <a:spcBef>
                <a:spcPct val="0"/>
              </a:spcBef>
              <a:spcAft>
                <a:spcPct val="0"/>
              </a:spcAft>
              <a:buNone/>
            </a:pPr>
            <a:fld id="{49A19091-85D1-485B-9605-1D5167C5F5D1}" type="datetime'''''2''''''''''''''01''0'''''''''''''''''''''''''">
              <a:rPr lang="en-US" altLang="en-US" sz="1000" smtClean="0">
                <a:solidFill>
                  <a:srgbClr val="000000"/>
                </a:solidFill>
              </a:rPr>
              <a:pPr/>
              <a:t>2010</a:t>
            </a:fld>
            <a:endParaRPr lang="en-US" sz="1000" dirty="0">
              <a:solidFill>
                <a:srgbClr val="000000"/>
              </a:solidFill>
            </a:endParaRPr>
          </a:p>
        </p:txBody>
      </p:sp>
      <p:sp>
        <p:nvSpPr>
          <p:cNvPr id="200" name="Text Placeholder">
            <a:extLst>
              <a:ext uri="{FF2B5EF4-FFF2-40B4-BE49-F238E27FC236}">
                <a16:creationId xmlns:a16="http://schemas.microsoft.com/office/drawing/2014/main" id="{4D67EEA9-019D-13B4-B35C-5F9D887EFB46}"/>
              </a:ext>
            </a:extLst>
          </p:cNvPr>
          <p:cNvSpPr>
            <a:spLocks/>
          </p:cNvSpPr>
          <p:nvPr>
            <p:custDataLst>
              <p:tags r:id="rId6"/>
            </p:custDataLst>
          </p:nvPr>
        </p:nvSpPr>
        <p:spPr bwMode="gray">
          <a:xfrm>
            <a:off x="2328863" y="5980113"/>
            <a:ext cx="279400" cy="152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>
            <a:noAutofit/>
          </a:bodyPr>
          <a:lstStyle>
            <a:lvl1pPr marL="180975" indent="-180975" algn="l" defTabSz="914354" rtl="0" eaLnBrk="1" latinLnBrk="0" hangingPunct="1">
              <a:lnSpc>
                <a:spcPct val="100000"/>
              </a:lnSpc>
              <a:spcBef>
                <a:spcPts val="12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61950" indent="-180975" algn="l" defTabSz="914354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34988" indent="-173038" algn="l" defTabSz="914354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&gt;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715963" indent="-180975" algn="l" defTabSz="914354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898525" indent="-182563" algn="l" defTabSz="914354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&gt;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474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652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829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006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3" indent="0" algn="ctr">
              <a:spcBef>
                <a:spcPct val="0"/>
              </a:spcBef>
              <a:spcAft>
                <a:spcPct val="0"/>
              </a:spcAft>
              <a:buNone/>
            </a:pPr>
            <a:fld id="{E55E8983-4C6D-4FCA-A8A7-252327D72569}" type="datetime'''''2''0''''''1''''''''''''''''''1'''">
              <a:rPr lang="en-US" altLang="en-US" sz="1000" smtClean="0">
                <a:solidFill>
                  <a:srgbClr val="000000"/>
                </a:solidFill>
                <a:effectLst/>
              </a:rPr>
              <a:pPr marL="0" lvl="3" indent="0" algn="ctr">
                <a:spcBef>
                  <a:spcPct val="0"/>
                </a:spcBef>
                <a:spcAft>
                  <a:spcPct val="0"/>
                </a:spcAft>
                <a:buNone/>
              </a:pPr>
              <a:t>2011</a:t>
            </a:fld>
            <a:endParaRPr lang="en-US" sz="1000" dirty="0">
              <a:solidFill>
                <a:srgbClr val="000000"/>
              </a:solidFill>
            </a:endParaRPr>
          </a:p>
        </p:txBody>
      </p:sp>
      <p:sp>
        <p:nvSpPr>
          <p:cNvPr id="201" name="Text Placeholder">
            <a:extLst>
              <a:ext uri="{FF2B5EF4-FFF2-40B4-BE49-F238E27FC236}">
                <a16:creationId xmlns:a16="http://schemas.microsoft.com/office/drawing/2014/main" id="{A34A9F74-56B0-8A01-9BD0-27D87FC3094B}"/>
              </a:ext>
            </a:extLst>
          </p:cNvPr>
          <p:cNvSpPr>
            <a:spLocks/>
          </p:cNvSpPr>
          <p:nvPr>
            <p:custDataLst>
              <p:tags r:id="rId7"/>
            </p:custDataLst>
          </p:nvPr>
        </p:nvSpPr>
        <p:spPr bwMode="gray">
          <a:xfrm>
            <a:off x="2816225" y="5980113"/>
            <a:ext cx="279400" cy="152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>
            <a:noAutofit/>
          </a:bodyPr>
          <a:lstStyle>
            <a:lvl1pPr marL="180975" indent="-180975" algn="l" defTabSz="914354" rtl="0" eaLnBrk="1" latinLnBrk="0" hangingPunct="1">
              <a:lnSpc>
                <a:spcPct val="100000"/>
              </a:lnSpc>
              <a:spcBef>
                <a:spcPts val="12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61950" indent="-180975" algn="l" defTabSz="914354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34988" indent="-173038" algn="l" defTabSz="914354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&gt;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715963" indent="-180975" algn="l" defTabSz="914354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898525" indent="-182563" algn="l" defTabSz="914354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&gt;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474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652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829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006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3" indent="0" algn="ctr">
              <a:spcBef>
                <a:spcPct val="0"/>
              </a:spcBef>
              <a:spcAft>
                <a:spcPct val="0"/>
              </a:spcAft>
              <a:buNone/>
            </a:pPr>
            <a:fld id="{D25DD846-8E7E-475A-8E2D-55E6A31DE30B}" type="datetime'2''''''''''''0''''''''''''''''1''''''''2'''''''''">
              <a:rPr lang="en-US" altLang="en-US" sz="1000" smtClean="0">
                <a:solidFill>
                  <a:srgbClr val="000000"/>
                </a:solidFill>
                <a:effectLst/>
              </a:rPr>
              <a:pPr marL="0" lvl="3" indent="0" algn="ctr">
                <a:spcBef>
                  <a:spcPct val="0"/>
                </a:spcBef>
                <a:spcAft>
                  <a:spcPct val="0"/>
                </a:spcAft>
                <a:buNone/>
              </a:pPr>
              <a:t>2012</a:t>
            </a:fld>
            <a:endParaRPr lang="en-US" sz="1000" dirty="0">
              <a:solidFill>
                <a:srgbClr val="000000"/>
              </a:solidFill>
            </a:endParaRPr>
          </a:p>
        </p:txBody>
      </p:sp>
      <p:sp>
        <p:nvSpPr>
          <p:cNvPr id="86" name="Text Placeholder">
            <a:extLst>
              <a:ext uri="{FF2B5EF4-FFF2-40B4-BE49-F238E27FC236}">
                <a16:creationId xmlns:a16="http://schemas.microsoft.com/office/drawing/2014/main" id="{E53EBDC0-E1CD-190A-04ED-6213D40503CE}"/>
              </a:ext>
            </a:extLst>
          </p:cNvPr>
          <p:cNvSpPr>
            <a:spLocks/>
          </p:cNvSpPr>
          <p:nvPr>
            <p:custDataLst>
              <p:tags r:id="rId8"/>
            </p:custDataLst>
          </p:nvPr>
        </p:nvSpPr>
        <p:spPr bwMode="gray">
          <a:xfrm>
            <a:off x="3303588" y="5980113"/>
            <a:ext cx="279400" cy="152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>
            <a:noAutofit/>
          </a:bodyPr>
          <a:lstStyle>
            <a:lvl1pPr marL="180975" indent="-180975" algn="l" defTabSz="914354" rtl="0" eaLnBrk="1" latinLnBrk="0" hangingPunct="1">
              <a:lnSpc>
                <a:spcPct val="100000"/>
              </a:lnSpc>
              <a:spcBef>
                <a:spcPts val="12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61950" indent="-180975" algn="l" defTabSz="914354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34988" indent="-173038" algn="l" defTabSz="914354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&gt;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715963" indent="-180975" algn="l" defTabSz="914354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898525" indent="-182563" algn="l" defTabSz="914354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&gt;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474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652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829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006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3" indent="0" algn="ctr">
              <a:spcBef>
                <a:spcPct val="0"/>
              </a:spcBef>
              <a:spcAft>
                <a:spcPct val="0"/>
              </a:spcAft>
              <a:buNone/>
            </a:pPr>
            <a:fld id="{DA5E9028-C6FE-4317-A976-4F0326F2174D}" type="datetime'''''''''''''''''''2''01''''''''''''''''3'''''''''">
              <a:rPr lang="en-US" altLang="en-US" sz="1000" smtClean="0">
                <a:solidFill>
                  <a:srgbClr val="000000"/>
                </a:solidFill>
              </a:rPr>
              <a:pPr/>
              <a:t>2013</a:t>
            </a:fld>
            <a:endParaRPr lang="en-US" sz="1000" dirty="0">
              <a:solidFill>
                <a:srgbClr val="000000"/>
              </a:solidFill>
            </a:endParaRPr>
          </a:p>
        </p:txBody>
      </p:sp>
      <p:sp>
        <p:nvSpPr>
          <p:cNvPr id="202" name="Text Placeholder">
            <a:extLst>
              <a:ext uri="{FF2B5EF4-FFF2-40B4-BE49-F238E27FC236}">
                <a16:creationId xmlns:a16="http://schemas.microsoft.com/office/drawing/2014/main" id="{791A3431-7ECA-3AD6-E436-E7D05576C442}"/>
              </a:ext>
            </a:extLst>
          </p:cNvPr>
          <p:cNvSpPr>
            <a:spLocks/>
          </p:cNvSpPr>
          <p:nvPr>
            <p:custDataLst>
              <p:tags r:id="rId9"/>
            </p:custDataLst>
          </p:nvPr>
        </p:nvSpPr>
        <p:spPr bwMode="gray">
          <a:xfrm>
            <a:off x="3790950" y="5980113"/>
            <a:ext cx="279400" cy="152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>
            <a:noAutofit/>
          </a:bodyPr>
          <a:lstStyle>
            <a:lvl1pPr marL="180975" indent="-180975" algn="l" defTabSz="914354" rtl="0" eaLnBrk="1" latinLnBrk="0" hangingPunct="1">
              <a:lnSpc>
                <a:spcPct val="100000"/>
              </a:lnSpc>
              <a:spcBef>
                <a:spcPts val="12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61950" indent="-180975" algn="l" defTabSz="914354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34988" indent="-173038" algn="l" defTabSz="914354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&gt;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715963" indent="-180975" algn="l" defTabSz="914354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898525" indent="-182563" algn="l" defTabSz="914354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&gt;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474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652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829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006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3" indent="0" algn="ctr">
              <a:spcBef>
                <a:spcPct val="0"/>
              </a:spcBef>
              <a:spcAft>
                <a:spcPct val="0"/>
              </a:spcAft>
              <a:buNone/>
            </a:pPr>
            <a:fld id="{AE32FA16-6650-41FD-985E-28C1A48C02BD}" type="datetime'''''''2''''''''''''''''''''''''''01''''''''''4'">
              <a:rPr lang="en-US" altLang="en-US" sz="1000" smtClean="0">
                <a:solidFill>
                  <a:srgbClr val="000000"/>
                </a:solidFill>
                <a:effectLst/>
              </a:rPr>
              <a:pPr marL="0" lvl="3" indent="0" algn="ctr">
                <a:spcBef>
                  <a:spcPct val="0"/>
                </a:spcBef>
                <a:spcAft>
                  <a:spcPct val="0"/>
                </a:spcAft>
                <a:buNone/>
              </a:pPr>
              <a:t>2014</a:t>
            </a:fld>
            <a:endParaRPr lang="en-US" sz="1000" dirty="0">
              <a:solidFill>
                <a:srgbClr val="000000"/>
              </a:solidFill>
            </a:endParaRPr>
          </a:p>
        </p:txBody>
      </p:sp>
      <p:sp>
        <p:nvSpPr>
          <p:cNvPr id="203" name="Text Placeholder">
            <a:extLst>
              <a:ext uri="{FF2B5EF4-FFF2-40B4-BE49-F238E27FC236}">
                <a16:creationId xmlns:a16="http://schemas.microsoft.com/office/drawing/2014/main" id="{7445947C-8AC7-F1B2-8CFF-7D1AA20C9C74}"/>
              </a:ext>
            </a:extLst>
          </p:cNvPr>
          <p:cNvSpPr>
            <a:spLocks/>
          </p:cNvSpPr>
          <p:nvPr>
            <p:custDataLst>
              <p:tags r:id="rId10"/>
            </p:custDataLst>
          </p:nvPr>
        </p:nvSpPr>
        <p:spPr bwMode="gray">
          <a:xfrm>
            <a:off x="4276725" y="5980113"/>
            <a:ext cx="279400" cy="152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>
            <a:noAutofit/>
          </a:bodyPr>
          <a:lstStyle>
            <a:lvl1pPr marL="180975" indent="-180975" algn="l" defTabSz="914354" rtl="0" eaLnBrk="1" latinLnBrk="0" hangingPunct="1">
              <a:lnSpc>
                <a:spcPct val="100000"/>
              </a:lnSpc>
              <a:spcBef>
                <a:spcPts val="12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61950" indent="-180975" algn="l" defTabSz="914354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34988" indent="-173038" algn="l" defTabSz="914354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&gt;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715963" indent="-180975" algn="l" defTabSz="914354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898525" indent="-182563" algn="l" defTabSz="914354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&gt;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474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652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829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006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3" indent="0" algn="ctr">
              <a:spcBef>
                <a:spcPct val="0"/>
              </a:spcBef>
              <a:spcAft>
                <a:spcPct val="0"/>
              </a:spcAft>
              <a:buNone/>
            </a:pPr>
            <a:fld id="{3BFA359B-E5CC-4B09-86AE-7C42B38CE3C6}" type="datetime'''''2''''''''0''''1''''''''5'''''">
              <a:rPr lang="en-US" altLang="en-US" sz="1000" smtClean="0">
                <a:solidFill>
                  <a:srgbClr val="000000"/>
                </a:solidFill>
                <a:effectLst/>
              </a:rPr>
              <a:pPr marL="0" lvl="3" indent="0" algn="ctr">
                <a:spcBef>
                  <a:spcPct val="0"/>
                </a:spcBef>
                <a:spcAft>
                  <a:spcPct val="0"/>
                </a:spcAft>
                <a:buNone/>
              </a:pPr>
              <a:t>2015</a:t>
            </a:fld>
            <a:endParaRPr lang="en-US" sz="1000" dirty="0">
              <a:solidFill>
                <a:srgbClr val="000000"/>
              </a:solidFill>
            </a:endParaRPr>
          </a:p>
        </p:txBody>
      </p:sp>
      <p:sp>
        <p:nvSpPr>
          <p:cNvPr id="59" name="Text Placeholder">
            <a:extLst>
              <a:ext uri="{FF2B5EF4-FFF2-40B4-BE49-F238E27FC236}">
                <a16:creationId xmlns:a16="http://schemas.microsoft.com/office/drawing/2014/main" id="{780FA656-5E02-012C-C26A-DCCE0ABBFD83}"/>
              </a:ext>
            </a:extLst>
          </p:cNvPr>
          <p:cNvSpPr>
            <a:spLocks/>
          </p:cNvSpPr>
          <p:nvPr>
            <p:custDataLst>
              <p:tags r:id="rId11"/>
            </p:custDataLst>
          </p:nvPr>
        </p:nvSpPr>
        <p:spPr bwMode="gray">
          <a:xfrm>
            <a:off x="4764088" y="5980113"/>
            <a:ext cx="279400" cy="152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>
            <a:noAutofit/>
          </a:bodyPr>
          <a:lstStyle>
            <a:lvl1pPr marL="180975" indent="-180975" algn="l" defTabSz="914354" rtl="0" eaLnBrk="1" latinLnBrk="0" hangingPunct="1">
              <a:lnSpc>
                <a:spcPct val="100000"/>
              </a:lnSpc>
              <a:spcBef>
                <a:spcPts val="12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61950" indent="-180975" algn="l" defTabSz="914354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34988" indent="-173038" algn="l" defTabSz="914354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&gt;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715963" indent="-180975" algn="l" defTabSz="914354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898525" indent="-182563" algn="l" defTabSz="914354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&gt;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474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652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829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006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3" indent="0" algn="ctr">
              <a:spcBef>
                <a:spcPct val="0"/>
              </a:spcBef>
              <a:spcAft>
                <a:spcPct val="0"/>
              </a:spcAft>
              <a:buNone/>
            </a:pPr>
            <a:fld id="{A8E508E7-0CFA-4410-9FC8-C9AEBDA462AF}" type="datetime'''''''''2''''''''''''''''''''''''''''''0''''''1''''''''6'">
              <a:rPr lang="en-US" altLang="en-US" sz="1000" smtClean="0">
                <a:solidFill>
                  <a:srgbClr val="000000"/>
                </a:solidFill>
              </a:rPr>
              <a:pPr/>
              <a:t>2016</a:t>
            </a:fld>
            <a:endParaRPr lang="en-US" sz="1000" dirty="0">
              <a:solidFill>
                <a:srgbClr val="000000"/>
              </a:solidFill>
            </a:endParaRPr>
          </a:p>
        </p:txBody>
      </p:sp>
      <p:sp>
        <p:nvSpPr>
          <p:cNvPr id="204" name="Text Placeholder">
            <a:extLst>
              <a:ext uri="{FF2B5EF4-FFF2-40B4-BE49-F238E27FC236}">
                <a16:creationId xmlns:a16="http://schemas.microsoft.com/office/drawing/2014/main" id="{6D134C5D-5E95-2703-A502-9CB1AB71A5AB}"/>
              </a:ext>
            </a:extLst>
          </p:cNvPr>
          <p:cNvSpPr>
            <a:spLocks/>
          </p:cNvSpPr>
          <p:nvPr>
            <p:custDataLst>
              <p:tags r:id="rId12"/>
            </p:custDataLst>
          </p:nvPr>
        </p:nvSpPr>
        <p:spPr bwMode="gray">
          <a:xfrm>
            <a:off x="5251450" y="5980113"/>
            <a:ext cx="279400" cy="152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>
            <a:noAutofit/>
          </a:bodyPr>
          <a:lstStyle>
            <a:lvl1pPr marL="180975" indent="-180975" algn="l" defTabSz="914354" rtl="0" eaLnBrk="1" latinLnBrk="0" hangingPunct="1">
              <a:lnSpc>
                <a:spcPct val="100000"/>
              </a:lnSpc>
              <a:spcBef>
                <a:spcPts val="12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61950" indent="-180975" algn="l" defTabSz="914354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34988" indent="-173038" algn="l" defTabSz="914354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&gt;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715963" indent="-180975" algn="l" defTabSz="914354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898525" indent="-182563" algn="l" defTabSz="914354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&gt;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474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652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829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006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3" indent="0" algn="ctr">
              <a:spcBef>
                <a:spcPct val="0"/>
              </a:spcBef>
              <a:spcAft>
                <a:spcPct val="0"/>
              </a:spcAft>
              <a:buNone/>
            </a:pPr>
            <a:fld id="{F2B83CE8-AFFB-4724-B278-26EBCBE45BB4}" type="datetime'''''2''''0''''''''''''1''''''''''''''''''''''''''''''''''''7'">
              <a:rPr lang="en-US" altLang="en-US" sz="1000" smtClean="0">
                <a:solidFill>
                  <a:srgbClr val="000000"/>
                </a:solidFill>
                <a:effectLst/>
              </a:rPr>
              <a:pPr marL="0" lvl="3" indent="0" algn="ctr">
                <a:spcBef>
                  <a:spcPct val="0"/>
                </a:spcBef>
                <a:spcAft>
                  <a:spcPct val="0"/>
                </a:spcAft>
                <a:buNone/>
              </a:pPr>
              <a:t>2017</a:t>
            </a:fld>
            <a:endParaRPr lang="en-US" sz="1000" dirty="0">
              <a:solidFill>
                <a:srgbClr val="000000"/>
              </a:solidFill>
            </a:endParaRPr>
          </a:p>
        </p:txBody>
      </p:sp>
      <p:sp>
        <p:nvSpPr>
          <p:cNvPr id="205" name="Text Placeholder">
            <a:extLst>
              <a:ext uri="{FF2B5EF4-FFF2-40B4-BE49-F238E27FC236}">
                <a16:creationId xmlns:a16="http://schemas.microsoft.com/office/drawing/2014/main" id="{A5A6BAE6-A36E-EC2E-AB9A-D8BC4C731AAF}"/>
              </a:ext>
            </a:extLst>
          </p:cNvPr>
          <p:cNvSpPr>
            <a:spLocks/>
          </p:cNvSpPr>
          <p:nvPr>
            <p:custDataLst>
              <p:tags r:id="rId13"/>
            </p:custDataLst>
          </p:nvPr>
        </p:nvSpPr>
        <p:spPr bwMode="gray">
          <a:xfrm>
            <a:off x="5738813" y="5980113"/>
            <a:ext cx="279400" cy="152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>
            <a:noAutofit/>
          </a:bodyPr>
          <a:lstStyle>
            <a:lvl1pPr marL="180975" indent="-180975" algn="l" defTabSz="914354" rtl="0" eaLnBrk="1" latinLnBrk="0" hangingPunct="1">
              <a:lnSpc>
                <a:spcPct val="100000"/>
              </a:lnSpc>
              <a:spcBef>
                <a:spcPts val="12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61950" indent="-180975" algn="l" defTabSz="914354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34988" indent="-173038" algn="l" defTabSz="914354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&gt;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715963" indent="-180975" algn="l" defTabSz="914354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898525" indent="-182563" algn="l" defTabSz="914354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&gt;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474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652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829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006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3" indent="0" algn="ctr">
              <a:spcBef>
                <a:spcPct val="0"/>
              </a:spcBef>
              <a:spcAft>
                <a:spcPct val="0"/>
              </a:spcAft>
              <a:buNone/>
            </a:pPr>
            <a:fld id="{83479884-CE0B-42B8-B9B3-BC8756701ADD}" type="datetime'''''20''1''''''''''''''''''''''''''''''8'''''''''''''">
              <a:rPr lang="en-US" altLang="en-US" sz="1000" smtClean="0">
                <a:solidFill>
                  <a:srgbClr val="000000"/>
                </a:solidFill>
                <a:effectLst/>
              </a:rPr>
              <a:pPr marL="0" lvl="3" indent="0" algn="ctr">
                <a:spcBef>
                  <a:spcPct val="0"/>
                </a:spcBef>
                <a:spcAft>
                  <a:spcPct val="0"/>
                </a:spcAft>
                <a:buNone/>
              </a:pPr>
              <a:t>2018</a:t>
            </a:fld>
            <a:endParaRPr lang="en-US" sz="1000" dirty="0">
              <a:solidFill>
                <a:srgbClr val="000000"/>
              </a:solidFill>
            </a:endParaRPr>
          </a:p>
        </p:txBody>
      </p:sp>
      <p:sp>
        <p:nvSpPr>
          <p:cNvPr id="87" name="Text Placeholder">
            <a:extLst>
              <a:ext uri="{FF2B5EF4-FFF2-40B4-BE49-F238E27FC236}">
                <a16:creationId xmlns:a16="http://schemas.microsoft.com/office/drawing/2014/main" id="{89511C31-055F-AFDA-FE0C-9CF5EE7B8C17}"/>
              </a:ext>
            </a:extLst>
          </p:cNvPr>
          <p:cNvSpPr>
            <a:spLocks/>
          </p:cNvSpPr>
          <p:nvPr>
            <p:custDataLst>
              <p:tags r:id="rId14"/>
            </p:custDataLst>
          </p:nvPr>
        </p:nvSpPr>
        <p:spPr bwMode="gray">
          <a:xfrm>
            <a:off x="6226175" y="5980113"/>
            <a:ext cx="279400" cy="152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>
            <a:noAutofit/>
          </a:bodyPr>
          <a:lstStyle>
            <a:lvl1pPr marL="180975" indent="-180975" algn="l" defTabSz="914354" rtl="0" eaLnBrk="1" latinLnBrk="0" hangingPunct="1">
              <a:lnSpc>
                <a:spcPct val="100000"/>
              </a:lnSpc>
              <a:spcBef>
                <a:spcPts val="12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61950" indent="-180975" algn="l" defTabSz="914354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34988" indent="-173038" algn="l" defTabSz="914354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&gt;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715963" indent="-180975" algn="l" defTabSz="914354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898525" indent="-182563" algn="l" defTabSz="914354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&gt;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474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652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829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006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3" indent="0" algn="ctr">
              <a:spcBef>
                <a:spcPct val="0"/>
              </a:spcBef>
              <a:spcAft>
                <a:spcPct val="0"/>
              </a:spcAft>
              <a:buNone/>
            </a:pPr>
            <a:fld id="{5FF7B70D-EAB2-446A-B444-AA8B684E1223}" type="datetime'''''''''2''''''''0''19'''''''''''''''''''''''''''''''">
              <a:rPr lang="en-US" altLang="en-US" sz="1000" smtClean="0">
                <a:solidFill>
                  <a:srgbClr val="000000"/>
                </a:solidFill>
              </a:rPr>
              <a:pPr/>
              <a:t>2019</a:t>
            </a:fld>
            <a:endParaRPr lang="en-US" sz="1000" dirty="0">
              <a:solidFill>
                <a:srgbClr val="000000"/>
              </a:solidFill>
            </a:endParaRPr>
          </a:p>
        </p:txBody>
      </p:sp>
      <p:sp>
        <p:nvSpPr>
          <p:cNvPr id="206" name="Text Placeholder">
            <a:extLst>
              <a:ext uri="{FF2B5EF4-FFF2-40B4-BE49-F238E27FC236}">
                <a16:creationId xmlns:a16="http://schemas.microsoft.com/office/drawing/2014/main" id="{928896AA-4C60-03C0-0FE9-43748C497AE9}"/>
              </a:ext>
            </a:extLst>
          </p:cNvPr>
          <p:cNvSpPr>
            <a:spLocks/>
          </p:cNvSpPr>
          <p:nvPr>
            <p:custDataLst>
              <p:tags r:id="rId15"/>
            </p:custDataLst>
          </p:nvPr>
        </p:nvSpPr>
        <p:spPr bwMode="gray">
          <a:xfrm>
            <a:off x="6711950" y="5980113"/>
            <a:ext cx="279400" cy="152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>
            <a:noAutofit/>
          </a:bodyPr>
          <a:lstStyle>
            <a:lvl1pPr marL="180975" indent="-180975" algn="l" defTabSz="914354" rtl="0" eaLnBrk="1" latinLnBrk="0" hangingPunct="1">
              <a:lnSpc>
                <a:spcPct val="100000"/>
              </a:lnSpc>
              <a:spcBef>
                <a:spcPts val="12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61950" indent="-180975" algn="l" defTabSz="914354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34988" indent="-173038" algn="l" defTabSz="914354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&gt;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715963" indent="-180975" algn="l" defTabSz="914354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898525" indent="-182563" algn="l" defTabSz="914354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&gt;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474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652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829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006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3" indent="0" algn="ctr">
              <a:spcBef>
                <a:spcPct val="0"/>
              </a:spcBef>
              <a:spcAft>
                <a:spcPct val="0"/>
              </a:spcAft>
              <a:buNone/>
            </a:pPr>
            <a:fld id="{23170E67-0E87-4868-A87D-F59F7BED9C22}" type="datetime'''''2''0''''''2''''''''''''''''''''''0'''''">
              <a:rPr lang="en-US" altLang="en-US" sz="1000" smtClean="0">
                <a:solidFill>
                  <a:srgbClr val="000000"/>
                </a:solidFill>
                <a:effectLst/>
              </a:rPr>
              <a:pPr marL="0" lvl="3" indent="0" algn="ctr">
                <a:spcBef>
                  <a:spcPct val="0"/>
                </a:spcBef>
                <a:spcAft>
                  <a:spcPct val="0"/>
                </a:spcAft>
                <a:buNone/>
              </a:pPr>
              <a:t>2020</a:t>
            </a:fld>
            <a:endParaRPr lang="en-US" sz="1000" dirty="0">
              <a:solidFill>
                <a:srgbClr val="000000"/>
              </a:solidFill>
            </a:endParaRPr>
          </a:p>
        </p:txBody>
      </p:sp>
      <p:sp>
        <p:nvSpPr>
          <p:cNvPr id="207" name="Text Placeholder">
            <a:extLst>
              <a:ext uri="{FF2B5EF4-FFF2-40B4-BE49-F238E27FC236}">
                <a16:creationId xmlns:a16="http://schemas.microsoft.com/office/drawing/2014/main" id="{A084AECE-19BD-B762-E567-9C5DDD686FA9}"/>
              </a:ext>
            </a:extLst>
          </p:cNvPr>
          <p:cNvSpPr>
            <a:spLocks/>
          </p:cNvSpPr>
          <p:nvPr>
            <p:custDataLst>
              <p:tags r:id="rId16"/>
            </p:custDataLst>
          </p:nvPr>
        </p:nvSpPr>
        <p:spPr bwMode="gray">
          <a:xfrm>
            <a:off x="7199313" y="5980113"/>
            <a:ext cx="279400" cy="152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>
            <a:noAutofit/>
          </a:bodyPr>
          <a:lstStyle>
            <a:lvl1pPr marL="180975" indent="-180975" algn="l" defTabSz="914354" rtl="0" eaLnBrk="1" latinLnBrk="0" hangingPunct="1">
              <a:lnSpc>
                <a:spcPct val="100000"/>
              </a:lnSpc>
              <a:spcBef>
                <a:spcPts val="12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61950" indent="-180975" algn="l" defTabSz="914354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34988" indent="-173038" algn="l" defTabSz="914354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&gt;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715963" indent="-180975" algn="l" defTabSz="914354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898525" indent="-182563" algn="l" defTabSz="914354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&gt;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474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652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829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006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3" indent="0" algn="ctr">
              <a:spcBef>
                <a:spcPct val="0"/>
              </a:spcBef>
              <a:spcAft>
                <a:spcPct val="0"/>
              </a:spcAft>
              <a:buNone/>
            </a:pPr>
            <a:fld id="{A969A6EB-8A94-4802-855B-6F6A64357019}" type="datetime'2''''''0''''''2''''''''''''''''''1'">
              <a:rPr lang="en-US" altLang="en-US" sz="1000" smtClean="0">
                <a:solidFill>
                  <a:srgbClr val="000000"/>
                </a:solidFill>
                <a:effectLst/>
              </a:rPr>
              <a:pPr marL="0" lvl="3" indent="0" algn="ctr">
                <a:spcBef>
                  <a:spcPct val="0"/>
                </a:spcBef>
                <a:spcAft>
                  <a:spcPct val="0"/>
                </a:spcAft>
                <a:buNone/>
              </a:pPr>
              <a:t>2021</a:t>
            </a:fld>
            <a:endParaRPr lang="en-US" sz="1000" dirty="0">
              <a:solidFill>
                <a:srgbClr val="000000"/>
              </a:solidFill>
            </a:endParaRPr>
          </a:p>
        </p:txBody>
      </p:sp>
      <p:sp>
        <p:nvSpPr>
          <p:cNvPr id="64" name="Text Placeholder">
            <a:extLst>
              <a:ext uri="{FF2B5EF4-FFF2-40B4-BE49-F238E27FC236}">
                <a16:creationId xmlns:a16="http://schemas.microsoft.com/office/drawing/2014/main" id="{62073673-5AB8-6B19-5653-3F9AC3F24344}"/>
              </a:ext>
            </a:extLst>
          </p:cNvPr>
          <p:cNvSpPr>
            <a:spLocks/>
          </p:cNvSpPr>
          <p:nvPr>
            <p:custDataLst>
              <p:tags r:id="rId17"/>
            </p:custDataLst>
          </p:nvPr>
        </p:nvSpPr>
        <p:spPr bwMode="gray">
          <a:xfrm>
            <a:off x="7686675" y="5980113"/>
            <a:ext cx="279400" cy="152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>
            <a:noAutofit/>
          </a:bodyPr>
          <a:lstStyle>
            <a:lvl1pPr marL="180975" indent="-180975" algn="l" defTabSz="914354" rtl="0" eaLnBrk="1" latinLnBrk="0" hangingPunct="1">
              <a:lnSpc>
                <a:spcPct val="100000"/>
              </a:lnSpc>
              <a:spcBef>
                <a:spcPts val="12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61950" indent="-180975" algn="l" defTabSz="914354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34988" indent="-173038" algn="l" defTabSz="914354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&gt;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715963" indent="-180975" algn="l" defTabSz="914354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898525" indent="-182563" algn="l" defTabSz="914354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&gt;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474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652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829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006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3" indent="0" algn="ctr">
              <a:spcBef>
                <a:spcPct val="0"/>
              </a:spcBef>
              <a:spcAft>
                <a:spcPct val="0"/>
              </a:spcAft>
              <a:buNone/>
            </a:pPr>
            <a:fld id="{DC1E306D-D531-4BCF-8DFE-1E3C86BCE493}" type="datetime'''''''''''''''2''''''''''0''''''''''''''''''''''''22'''''">
              <a:rPr lang="en-US" altLang="en-US" sz="1000" smtClean="0">
                <a:solidFill>
                  <a:srgbClr val="000000"/>
                </a:solidFill>
              </a:rPr>
              <a:pPr/>
              <a:t>2022</a:t>
            </a:fld>
            <a:endParaRPr lang="en-US" sz="1000" dirty="0">
              <a:solidFill>
                <a:srgbClr val="000000"/>
              </a:solidFill>
            </a:endParaRPr>
          </a:p>
        </p:txBody>
      </p:sp>
      <p:sp>
        <p:nvSpPr>
          <p:cNvPr id="208" name="Text Placeholder">
            <a:extLst>
              <a:ext uri="{FF2B5EF4-FFF2-40B4-BE49-F238E27FC236}">
                <a16:creationId xmlns:a16="http://schemas.microsoft.com/office/drawing/2014/main" id="{D392949F-7348-7C49-E654-1CF517258537}"/>
              </a:ext>
            </a:extLst>
          </p:cNvPr>
          <p:cNvSpPr>
            <a:spLocks/>
          </p:cNvSpPr>
          <p:nvPr>
            <p:custDataLst>
              <p:tags r:id="rId18"/>
            </p:custDataLst>
          </p:nvPr>
        </p:nvSpPr>
        <p:spPr bwMode="gray">
          <a:xfrm>
            <a:off x="8174038" y="5980113"/>
            <a:ext cx="279400" cy="152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>
            <a:noAutofit/>
          </a:bodyPr>
          <a:lstStyle>
            <a:lvl1pPr marL="180975" indent="-180975" algn="l" defTabSz="914354" rtl="0" eaLnBrk="1" latinLnBrk="0" hangingPunct="1">
              <a:lnSpc>
                <a:spcPct val="100000"/>
              </a:lnSpc>
              <a:spcBef>
                <a:spcPts val="12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61950" indent="-180975" algn="l" defTabSz="914354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34988" indent="-173038" algn="l" defTabSz="914354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&gt;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715963" indent="-180975" algn="l" defTabSz="914354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898525" indent="-182563" algn="l" defTabSz="914354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&gt;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474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652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829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006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3" indent="0" algn="ctr">
              <a:spcBef>
                <a:spcPct val="0"/>
              </a:spcBef>
              <a:spcAft>
                <a:spcPct val="0"/>
              </a:spcAft>
              <a:buNone/>
            </a:pPr>
            <a:fld id="{1AD0C22A-931C-4758-884B-A5A8517F4280}" type="datetime'''''''''''''''20''''''2''''''''''''''3'''''">
              <a:rPr lang="en-US" altLang="en-US" sz="1000" smtClean="0">
                <a:solidFill>
                  <a:srgbClr val="000000"/>
                </a:solidFill>
                <a:effectLst/>
              </a:rPr>
              <a:pPr marL="0" lvl="3" indent="0" algn="ctr">
                <a:spcBef>
                  <a:spcPct val="0"/>
                </a:spcBef>
                <a:spcAft>
                  <a:spcPct val="0"/>
                </a:spcAft>
                <a:buNone/>
              </a:pPr>
              <a:t>2023</a:t>
            </a:fld>
            <a:endParaRPr lang="en-US" sz="1000" dirty="0">
              <a:solidFill>
                <a:srgbClr val="000000"/>
              </a:solidFill>
            </a:endParaRPr>
          </a:p>
        </p:txBody>
      </p:sp>
      <p:sp>
        <p:nvSpPr>
          <p:cNvPr id="198" name="Text Placeholder">
            <a:extLst>
              <a:ext uri="{FF2B5EF4-FFF2-40B4-BE49-F238E27FC236}">
                <a16:creationId xmlns:a16="http://schemas.microsoft.com/office/drawing/2014/main" id="{9262B6D7-9732-BA47-69E0-4A22109CE248}"/>
              </a:ext>
            </a:extLst>
          </p:cNvPr>
          <p:cNvSpPr>
            <a:spLocks/>
          </p:cNvSpPr>
          <p:nvPr>
            <p:custDataLst>
              <p:tags r:id="rId19"/>
            </p:custDataLst>
          </p:nvPr>
        </p:nvSpPr>
        <p:spPr bwMode="gray">
          <a:xfrm>
            <a:off x="868363" y="5980113"/>
            <a:ext cx="279400" cy="152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>
            <a:noAutofit/>
          </a:bodyPr>
          <a:lstStyle>
            <a:lvl1pPr marL="180975" indent="-180975" algn="l" defTabSz="914354" rtl="0" eaLnBrk="1" latinLnBrk="0" hangingPunct="1">
              <a:lnSpc>
                <a:spcPct val="100000"/>
              </a:lnSpc>
              <a:spcBef>
                <a:spcPts val="12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61950" indent="-180975" algn="l" defTabSz="914354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34988" indent="-173038" algn="l" defTabSz="914354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&gt;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715963" indent="-180975" algn="l" defTabSz="914354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898525" indent="-182563" algn="l" defTabSz="914354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&gt;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474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652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829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006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3" indent="0" algn="ctr">
              <a:spcBef>
                <a:spcPct val="0"/>
              </a:spcBef>
              <a:spcAft>
                <a:spcPct val="0"/>
              </a:spcAft>
              <a:buNone/>
            </a:pPr>
            <a:fld id="{88C221C3-20D9-45EB-B97A-74B50F9FFB26}" type="datetime'''''''''''''''''2''''0''''''''''''''''''''0''8'">
              <a:rPr lang="en-US" altLang="en-US" sz="1000" smtClean="0">
                <a:solidFill>
                  <a:srgbClr val="000000"/>
                </a:solidFill>
                <a:effectLst/>
              </a:rPr>
              <a:pPr marL="0" lvl="3" indent="0" algn="ctr">
                <a:spcBef>
                  <a:spcPct val="0"/>
                </a:spcBef>
                <a:spcAft>
                  <a:spcPct val="0"/>
                </a:spcAft>
                <a:buNone/>
              </a:pPr>
              <a:t>2008</a:t>
            </a:fld>
            <a:endParaRPr lang="en-US" sz="1000" dirty="0">
              <a:solidFill>
                <a:srgbClr val="000000"/>
              </a:solidFill>
            </a:endParaRPr>
          </a:p>
        </p:txBody>
      </p:sp>
      <p:sp>
        <p:nvSpPr>
          <p:cNvPr id="88" name="Text Placeholder">
            <a:extLst>
              <a:ext uri="{FF2B5EF4-FFF2-40B4-BE49-F238E27FC236}">
                <a16:creationId xmlns:a16="http://schemas.microsoft.com/office/drawing/2014/main" id="{2A8FA2F6-2C4D-2824-8A6F-80ED2310A4EA}"/>
              </a:ext>
            </a:extLst>
          </p:cNvPr>
          <p:cNvSpPr>
            <a:spLocks/>
          </p:cNvSpPr>
          <p:nvPr>
            <p:custDataLst>
              <p:tags r:id="rId20"/>
            </p:custDataLst>
          </p:nvPr>
        </p:nvSpPr>
        <p:spPr bwMode="gray">
          <a:xfrm>
            <a:off x="9147175" y="5980113"/>
            <a:ext cx="279400" cy="152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>
            <a:noAutofit/>
          </a:bodyPr>
          <a:lstStyle>
            <a:lvl1pPr marL="180975" indent="-180975" algn="l" defTabSz="914354" rtl="0" eaLnBrk="1" latinLnBrk="0" hangingPunct="1">
              <a:lnSpc>
                <a:spcPct val="100000"/>
              </a:lnSpc>
              <a:spcBef>
                <a:spcPts val="12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61950" indent="-180975" algn="l" defTabSz="914354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34988" indent="-173038" algn="l" defTabSz="914354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&gt;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715963" indent="-180975" algn="l" defTabSz="914354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898525" indent="-182563" algn="l" defTabSz="914354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&gt;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474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652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829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006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3" indent="0" algn="ctr">
              <a:spcBef>
                <a:spcPct val="0"/>
              </a:spcBef>
              <a:spcAft>
                <a:spcPct val="0"/>
              </a:spcAft>
              <a:buNone/>
            </a:pPr>
            <a:fld id="{FDA4ED58-07CE-4FFC-AD46-F64F13105D95}" type="datetime'''''2''''''''0''''''2''''''''''''''''''5'''''''''">
              <a:rPr lang="en-US" altLang="en-US" sz="1000" smtClean="0">
                <a:solidFill>
                  <a:srgbClr val="000000"/>
                </a:solidFill>
              </a:rPr>
              <a:pPr/>
              <a:t>2025</a:t>
            </a:fld>
            <a:endParaRPr lang="en-US" sz="1000" dirty="0">
              <a:solidFill>
                <a:srgbClr val="000000"/>
              </a:solidFill>
            </a:endParaRPr>
          </a:p>
        </p:txBody>
      </p:sp>
      <p:sp>
        <p:nvSpPr>
          <p:cNvPr id="210" name="Text Placeholder">
            <a:extLst>
              <a:ext uri="{FF2B5EF4-FFF2-40B4-BE49-F238E27FC236}">
                <a16:creationId xmlns:a16="http://schemas.microsoft.com/office/drawing/2014/main" id="{C6DA833F-84A7-F52E-45CB-785BE3359F58}"/>
              </a:ext>
            </a:extLst>
          </p:cNvPr>
          <p:cNvSpPr>
            <a:spLocks/>
          </p:cNvSpPr>
          <p:nvPr>
            <p:custDataLst>
              <p:tags r:id="rId21"/>
            </p:custDataLst>
          </p:nvPr>
        </p:nvSpPr>
        <p:spPr bwMode="gray">
          <a:xfrm>
            <a:off x="9634538" y="5980113"/>
            <a:ext cx="279400" cy="152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>
            <a:noAutofit/>
          </a:bodyPr>
          <a:lstStyle>
            <a:lvl1pPr marL="180975" indent="-180975" algn="l" defTabSz="914354" rtl="0" eaLnBrk="1" latinLnBrk="0" hangingPunct="1">
              <a:lnSpc>
                <a:spcPct val="100000"/>
              </a:lnSpc>
              <a:spcBef>
                <a:spcPts val="12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61950" indent="-180975" algn="l" defTabSz="914354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34988" indent="-173038" algn="l" defTabSz="914354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&gt;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715963" indent="-180975" algn="l" defTabSz="914354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898525" indent="-182563" algn="l" defTabSz="914354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&gt;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474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652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829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006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3" indent="0" algn="ctr">
              <a:spcBef>
                <a:spcPct val="0"/>
              </a:spcBef>
              <a:spcAft>
                <a:spcPct val="0"/>
              </a:spcAft>
              <a:buNone/>
            </a:pPr>
            <a:fld id="{A8DB7159-3A8F-4813-914E-5E01EBEE21EF}" type="datetime'''''''''''''''202''''''''''''''''''''''''6'''''">
              <a:rPr lang="en-US" altLang="en-US" sz="1000" smtClean="0">
                <a:solidFill>
                  <a:srgbClr val="000000"/>
                </a:solidFill>
                <a:effectLst/>
              </a:rPr>
              <a:pPr marL="0" lvl="3" indent="0" algn="ctr">
                <a:spcBef>
                  <a:spcPct val="0"/>
                </a:spcBef>
                <a:spcAft>
                  <a:spcPct val="0"/>
                </a:spcAft>
                <a:buNone/>
              </a:pPr>
              <a:t>2026</a:t>
            </a:fld>
            <a:endParaRPr lang="en-US" sz="1000" dirty="0">
              <a:solidFill>
                <a:srgbClr val="000000"/>
              </a:solidFill>
            </a:endParaRPr>
          </a:p>
        </p:txBody>
      </p:sp>
      <p:sp>
        <p:nvSpPr>
          <p:cNvPr id="211" name="Text Placeholder">
            <a:extLst>
              <a:ext uri="{FF2B5EF4-FFF2-40B4-BE49-F238E27FC236}">
                <a16:creationId xmlns:a16="http://schemas.microsoft.com/office/drawing/2014/main" id="{573C2196-1CDE-6DAC-08E6-F29A3B3C93B4}"/>
              </a:ext>
            </a:extLst>
          </p:cNvPr>
          <p:cNvSpPr>
            <a:spLocks/>
          </p:cNvSpPr>
          <p:nvPr>
            <p:custDataLst>
              <p:tags r:id="rId22"/>
            </p:custDataLst>
          </p:nvPr>
        </p:nvSpPr>
        <p:spPr bwMode="gray">
          <a:xfrm>
            <a:off x="10121900" y="5980113"/>
            <a:ext cx="279400" cy="152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>
            <a:noAutofit/>
          </a:bodyPr>
          <a:lstStyle>
            <a:lvl1pPr marL="180975" indent="-180975" algn="l" defTabSz="914354" rtl="0" eaLnBrk="1" latinLnBrk="0" hangingPunct="1">
              <a:lnSpc>
                <a:spcPct val="100000"/>
              </a:lnSpc>
              <a:spcBef>
                <a:spcPts val="12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61950" indent="-180975" algn="l" defTabSz="914354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34988" indent="-173038" algn="l" defTabSz="914354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&gt;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715963" indent="-180975" algn="l" defTabSz="914354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898525" indent="-182563" algn="l" defTabSz="914354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&gt;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474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652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829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006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3" indent="0" algn="ctr">
              <a:spcBef>
                <a:spcPct val="0"/>
              </a:spcBef>
              <a:spcAft>
                <a:spcPct val="0"/>
              </a:spcAft>
              <a:buNone/>
            </a:pPr>
            <a:fld id="{64713533-CA85-4131-BE71-C298935B19A0}" type="datetime'''2''''''''''0''''''27'''''''''''''''''''''''''''''">
              <a:rPr lang="en-US" altLang="en-US" sz="1000" smtClean="0">
                <a:solidFill>
                  <a:srgbClr val="000000"/>
                </a:solidFill>
                <a:effectLst/>
              </a:rPr>
              <a:pPr marL="0" lvl="3" indent="0" algn="ctr">
                <a:spcBef>
                  <a:spcPct val="0"/>
                </a:spcBef>
                <a:spcAft>
                  <a:spcPct val="0"/>
                </a:spcAft>
                <a:buNone/>
              </a:pPr>
              <a:t>2027</a:t>
            </a:fld>
            <a:endParaRPr lang="en-US" sz="1000" dirty="0">
              <a:solidFill>
                <a:srgbClr val="000000"/>
              </a:solidFill>
            </a:endParaRPr>
          </a:p>
        </p:txBody>
      </p:sp>
      <p:sp>
        <p:nvSpPr>
          <p:cNvPr id="67" name="Text Placeholder">
            <a:extLst>
              <a:ext uri="{FF2B5EF4-FFF2-40B4-BE49-F238E27FC236}">
                <a16:creationId xmlns:a16="http://schemas.microsoft.com/office/drawing/2014/main" id="{F57295DF-3C5D-9B93-FC76-43D475DF77DF}"/>
              </a:ext>
            </a:extLst>
          </p:cNvPr>
          <p:cNvSpPr>
            <a:spLocks/>
          </p:cNvSpPr>
          <p:nvPr>
            <p:custDataLst>
              <p:tags r:id="rId23"/>
            </p:custDataLst>
          </p:nvPr>
        </p:nvSpPr>
        <p:spPr bwMode="gray">
          <a:xfrm>
            <a:off x="10607675" y="5980113"/>
            <a:ext cx="279400" cy="152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>
            <a:noAutofit/>
          </a:bodyPr>
          <a:lstStyle>
            <a:lvl1pPr marL="180975" indent="-180975" algn="l" defTabSz="914354" rtl="0" eaLnBrk="1" latinLnBrk="0" hangingPunct="1">
              <a:lnSpc>
                <a:spcPct val="100000"/>
              </a:lnSpc>
              <a:spcBef>
                <a:spcPts val="12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61950" indent="-180975" algn="l" defTabSz="914354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34988" indent="-173038" algn="l" defTabSz="914354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&gt;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715963" indent="-180975" algn="l" defTabSz="914354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898525" indent="-182563" algn="l" defTabSz="914354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&gt;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474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652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829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006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3" indent="0" algn="ctr">
              <a:spcBef>
                <a:spcPct val="0"/>
              </a:spcBef>
              <a:spcAft>
                <a:spcPct val="0"/>
              </a:spcAft>
              <a:buNone/>
            </a:pPr>
            <a:fld id="{31D62001-6BBF-4926-99BF-0F1368DD59DE}" type="datetime'''''202''''''''''''''8'''''''''''''''''''''''''''''">
              <a:rPr lang="en-US" altLang="en-US" sz="1000" smtClean="0">
                <a:solidFill>
                  <a:srgbClr val="000000"/>
                </a:solidFill>
              </a:rPr>
              <a:pPr/>
              <a:t>2028</a:t>
            </a:fld>
            <a:endParaRPr lang="en-US" sz="1000" dirty="0">
              <a:solidFill>
                <a:srgbClr val="000000"/>
              </a:solidFill>
            </a:endParaRPr>
          </a:p>
        </p:txBody>
      </p:sp>
      <p:sp>
        <p:nvSpPr>
          <p:cNvPr id="212" name="Text Placeholder">
            <a:extLst>
              <a:ext uri="{FF2B5EF4-FFF2-40B4-BE49-F238E27FC236}">
                <a16:creationId xmlns:a16="http://schemas.microsoft.com/office/drawing/2014/main" id="{81984087-00CA-8907-A0B5-6E738FDD02D3}"/>
              </a:ext>
            </a:extLst>
          </p:cNvPr>
          <p:cNvSpPr>
            <a:spLocks/>
          </p:cNvSpPr>
          <p:nvPr>
            <p:custDataLst>
              <p:tags r:id="rId24"/>
            </p:custDataLst>
          </p:nvPr>
        </p:nvSpPr>
        <p:spPr bwMode="gray">
          <a:xfrm>
            <a:off x="11095038" y="5980113"/>
            <a:ext cx="279400" cy="152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>
            <a:noAutofit/>
          </a:bodyPr>
          <a:lstStyle>
            <a:lvl1pPr marL="180975" indent="-180975" algn="l" defTabSz="914354" rtl="0" eaLnBrk="1" latinLnBrk="0" hangingPunct="1">
              <a:lnSpc>
                <a:spcPct val="100000"/>
              </a:lnSpc>
              <a:spcBef>
                <a:spcPts val="12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61950" indent="-180975" algn="l" defTabSz="914354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34988" indent="-173038" algn="l" defTabSz="914354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&gt;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715963" indent="-180975" algn="l" defTabSz="914354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898525" indent="-182563" algn="l" defTabSz="914354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&gt;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474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652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829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006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3" indent="0" algn="ctr">
              <a:spcBef>
                <a:spcPct val="0"/>
              </a:spcBef>
              <a:spcAft>
                <a:spcPct val="0"/>
              </a:spcAft>
              <a:buNone/>
            </a:pPr>
            <a:fld id="{B2EB68D9-AE32-4FE3-A037-2843C32E3D15}" type="datetime'2''''0''''''''''''''''''''''''''''''2''''9'''">
              <a:rPr lang="en-US" altLang="en-US" sz="1000" smtClean="0">
                <a:solidFill>
                  <a:srgbClr val="000000"/>
                </a:solidFill>
                <a:effectLst/>
              </a:rPr>
              <a:pPr marL="0" lvl="3" indent="0" algn="ctr">
                <a:spcBef>
                  <a:spcPct val="0"/>
                </a:spcBef>
                <a:spcAft>
                  <a:spcPct val="0"/>
                </a:spcAft>
                <a:buNone/>
              </a:pPr>
              <a:t>2029</a:t>
            </a:fld>
            <a:endParaRPr lang="en-US" sz="1000" dirty="0">
              <a:solidFill>
                <a:srgbClr val="000000"/>
              </a:solidFill>
            </a:endParaRPr>
          </a:p>
        </p:txBody>
      </p:sp>
      <p:sp>
        <p:nvSpPr>
          <p:cNvPr id="213" name="Text Placeholder">
            <a:extLst>
              <a:ext uri="{FF2B5EF4-FFF2-40B4-BE49-F238E27FC236}">
                <a16:creationId xmlns:a16="http://schemas.microsoft.com/office/drawing/2014/main" id="{1ABEFAC0-9E52-DA3B-6717-8FA08458942E}"/>
              </a:ext>
            </a:extLst>
          </p:cNvPr>
          <p:cNvSpPr>
            <a:spLocks/>
          </p:cNvSpPr>
          <p:nvPr>
            <p:custDataLst>
              <p:tags r:id="rId25"/>
            </p:custDataLst>
          </p:nvPr>
        </p:nvSpPr>
        <p:spPr bwMode="gray">
          <a:xfrm>
            <a:off x="11582400" y="5980113"/>
            <a:ext cx="279400" cy="152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>
            <a:noAutofit/>
          </a:bodyPr>
          <a:lstStyle>
            <a:lvl1pPr marL="180975" indent="-180975" algn="l" defTabSz="914354" rtl="0" eaLnBrk="1" latinLnBrk="0" hangingPunct="1">
              <a:lnSpc>
                <a:spcPct val="100000"/>
              </a:lnSpc>
              <a:spcBef>
                <a:spcPts val="12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61950" indent="-180975" algn="l" defTabSz="914354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34988" indent="-173038" algn="l" defTabSz="914354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&gt;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715963" indent="-180975" algn="l" defTabSz="914354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898525" indent="-182563" algn="l" defTabSz="914354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&gt;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474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652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829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006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3" indent="0" algn="ctr">
              <a:spcBef>
                <a:spcPct val="0"/>
              </a:spcBef>
              <a:spcAft>
                <a:spcPct val="0"/>
              </a:spcAft>
              <a:buNone/>
            </a:pPr>
            <a:fld id="{37EA9434-B4D6-4085-8B5A-1635A69B41A4}" type="datetime'''''''''''''''''''''''2''''''''0''''''3''''''''''''0'">
              <a:rPr lang="en-US" altLang="en-US" sz="1000" smtClean="0">
                <a:solidFill>
                  <a:srgbClr val="000000"/>
                </a:solidFill>
                <a:effectLst/>
              </a:rPr>
              <a:pPr marL="0" lvl="3" indent="0" algn="ctr">
                <a:spcBef>
                  <a:spcPct val="0"/>
                </a:spcBef>
                <a:spcAft>
                  <a:spcPct val="0"/>
                </a:spcAft>
                <a:buNone/>
              </a:pPr>
              <a:t>2030</a:t>
            </a:fld>
            <a:endParaRPr lang="en-US" sz="1000" dirty="0">
              <a:solidFill>
                <a:srgbClr val="000000"/>
              </a:solidFill>
            </a:endParaRPr>
          </a:p>
        </p:txBody>
      </p:sp>
      <p:sp>
        <p:nvSpPr>
          <p:cNvPr id="15" name="Text Placeholder">
            <a:extLst>
              <a:ext uri="{FF2B5EF4-FFF2-40B4-BE49-F238E27FC236}">
                <a16:creationId xmlns:a16="http://schemas.microsoft.com/office/drawing/2014/main" id="{CE710C30-BC6B-BF03-41F6-4E2B7B027918}"/>
              </a:ext>
            </a:extLst>
          </p:cNvPr>
          <p:cNvSpPr>
            <a:spLocks/>
          </p:cNvSpPr>
          <p:nvPr>
            <p:custDataLst>
              <p:tags r:id="rId26"/>
            </p:custDataLst>
          </p:nvPr>
        </p:nvSpPr>
        <p:spPr bwMode="gray">
          <a:xfrm>
            <a:off x="739775" y="4795838"/>
            <a:ext cx="182563" cy="152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ctr">
            <a:noAutofit/>
          </a:bodyPr>
          <a:lstStyle>
            <a:lvl1pPr marL="180975" indent="-180975" algn="l" defTabSz="914354" rtl="0" eaLnBrk="1" latinLnBrk="0" hangingPunct="1">
              <a:lnSpc>
                <a:spcPct val="100000"/>
              </a:lnSpc>
              <a:spcBef>
                <a:spcPts val="12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61950" indent="-180975" algn="l" defTabSz="914354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34988" indent="-173038" algn="l" defTabSz="914354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&gt;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715963" indent="-180975" algn="l" defTabSz="914354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898525" indent="-182563" algn="l" defTabSz="914354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&gt;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474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652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829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006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3" indent="0" algn="r">
              <a:spcBef>
                <a:spcPct val="0"/>
              </a:spcBef>
              <a:spcAft>
                <a:spcPct val="0"/>
              </a:spcAft>
              <a:buNone/>
            </a:pPr>
            <a:fld id="{691678C7-1705-4FA1-BAB1-63DC37A88D17}" type="datetime'''''''''''''''''''''''-''''''''1''0'''''''''''''''''''">
              <a:rPr lang="en-US" altLang="en-US" sz="1000" smtClean="0">
                <a:solidFill>
                  <a:srgbClr val="000000"/>
                </a:solidFill>
                <a:effectLst/>
              </a:rPr>
              <a:pPr marL="0" lvl="3" indent="0" algn="r">
                <a:spcBef>
                  <a:spcPct val="0"/>
                </a:spcBef>
                <a:spcAft>
                  <a:spcPct val="0"/>
                </a:spcAft>
                <a:buNone/>
              </a:pPr>
              <a:t>-10</a:t>
            </a:fld>
            <a:endParaRPr lang="en-US" sz="1000" dirty="0">
              <a:solidFill>
                <a:srgbClr val="000000"/>
              </a:solidFill>
            </a:endParaRPr>
          </a:p>
        </p:txBody>
      </p:sp>
      <p:sp>
        <p:nvSpPr>
          <p:cNvPr id="22" name="Text Placeholder">
            <a:extLst>
              <a:ext uri="{FF2B5EF4-FFF2-40B4-BE49-F238E27FC236}">
                <a16:creationId xmlns:a16="http://schemas.microsoft.com/office/drawing/2014/main" id="{E43E30BF-8DA2-268D-34D3-68D532C34364}"/>
              </a:ext>
            </a:extLst>
          </p:cNvPr>
          <p:cNvSpPr>
            <a:spLocks/>
          </p:cNvSpPr>
          <p:nvPr>
            <p:custDataLst>
              <p:tags r:id="rId27"/>
            </p:custDataLst>
          </p:nvPr>
        </p:nvSpPr>
        <p:spPr bwMode="gray">
          <a:xfrm>
            <a:off x="852488" y="3732213"/>
            <a:ext cx="69850" cy="152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ctr">
            <a:noAutofit/>
          </a:bodyPr>
          <a:lstStyle>
            <a:lvl1pPr marL="180975" indent="-180975" algn="l" defTabSz="914354" rtl="0" eaLnBrk="1" latinLnBrk="0" hangingPunct="1">
              <a:lnSpc>
                <a:spcPct val="100000"/>
              </a:lnSpc>
              <a:spcBef>
                <a:spcPts val="12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61950" indent="-180975" algn="l" defTabSz="914354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34988" indent="-173038" algn="l" defTabSz="914354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&gt;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715963" indent="-180975" algn="l" defTabSz="914354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898525" indent="-182563" algn="l" defTabSz="914354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&gt;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474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652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829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006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3" indent="0" algn="r">
              <a:spcBef>
                <a:spcPct val="0"/>
              </a:spcBef>
              <a:spcAft>
                <a:spcPct val="0"/>
              </a:spcAft>
              <a:buNone/>
            </a:pPr>
            <a:fld id="{B9B508DF-A679-4F7E-812D-CCC3FB5AA7DC}" type="datetime'''''''''''''''''''''''''''''0'''''''''">
              <a:rPr lang="en-US" altLang="en-US" sz="1000" smtClean="0">
                <a:solidFill>
                  <a:srgbClr val="000000"/>
                </a:solidFill>
                <a:effectLst/>
              </a:rPr>
              <a:pPr marL="0" lvl="3" indent="0" algn="r">
                <a:spcBef>
                  <a:spcPct val="0"/>
                </a:spcBef>
                <a:spcAft>
                  <a:spcPct val="0"/>
                </a:spcAft>
                <a:buNone/>
              </a:pPr>
              <a:t>0</a:t>
            </a:fld>
            <a:endParaRPr lang="en-US" sz="1000" dirty="0">
              <a:solidFill>
                <a:srgbClr val="000000"/>
              </a:solidFill>
            </a:endParaRPr>
          </a:p>
        </p:txBody>
      </p:sp>
      <p:sp>
        <p:nvSpPr>
          <p:cNvPr id="20" name="Text Placeholder">
            <a:extLst>
              <a:ext uri="{FF2B5EF4-FFF2-40B4-BE49-F238E27FC236}">
                <a16:creationId xmlns:a16="http://schemas.microsoft.com/office/drawing/2014/main" id="{6838B5C1-4D4E-A8B9-F622-82EDDA94B65C}"/>
              </a:ext>
            </a:extLst>
          </p:cNvPr>
          <p:cNvSpPr>
            <a:spLocks/>
          </p:cNvSpPr>
          <p:nvPr>
            <p:custDataLst>
              <p:tags r:id="rId28"/>
            </p:custDataLst>
          </p:nvPr>
        </p:nvSpPr>
        <p:spPr bwMode="gray">
          <a:xfrm>
            <a:off x="782638" y="2667000"/>
            <a:ext cx="139700" cy="152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ctr">
            <a:noAutofit/>
          </a:bodyPr>
          <a:lstStyle>
            <a:lvl1pPr marL="180975" indent="-180975" algn="l" defTabSz="914354" rtl="0" eaLnBrk="1" latinLnBrk="0" hangingPunct="1">
              <a:lnSpc>
                <a:spcPct val="100000"/>
              </a:lnSpc>
              <a:spcBef>
                <a:spcPts val="12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61950" indent="-180975" algn="l" defTabSz="914354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34988" indent="-173038" algn="l" defTabSz="914354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&gt;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715963" indent="-180975" algn="l" defTabSz="914354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898525" indent="-182563" algn="l" defTabSz="914354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&gt;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474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652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829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006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3" indent="0" algn="r">
              <a:spcBef>
                <a:spcPct val="0"/>
              </a:spcBef>
              <a:spcAft>
                <a:spcPct val="0"/>
              </a:spcAft>
              <a:buNone/>
            </a:pPr>
            <a:fld id="{E8F7F099-F83C-47C8-93AD-C170743DA83F}" type="datetime'''''''''''''''1''''''''''''''''''0'''''''''''''''''''">
              <a:rPr lang="en-US" altLang="en-US" sz="1000" smtClean="0">
                <a:solidFill>
                  <a:srgbClr val="000000"/>
                </a:solidFill>
                <a:effectLst/>
              </a:rPr>
              <a:pPr marL="0" lvl="3" indent="0" algn="r">
                <a:spcBef>
                  <a:spcPct val="0"/>
                </a:spcBef>
                <a:spcAft>
                  <a:spcPct val="0"/>
                </a:spcAft>
                <a:buNone/>
              </a:pPr>
              <a:t>10</a:t>
            </a:fld>
            <a:endParaRPr lang="en-US" sz="1000" dirty="0">
              <a:solidFill>
                <a:srgbClr val="000000"/>
              </a:solidFill>
            </a:endParaRPr>
          </a:p>
        </p:txBody>
      </p:sp>
      <p:sp>
        <p:nvSpPr>
          <p:cNvPr id="21" name="Text Placeholder">
            <a:extLst>
              <a:ext uri="{FF2B5EF4-FFF2-40B4-BE49-F238E27FC236}">
                <a16:creationId xmlns:a16="http://schemas.microsoft.com/office/drawing/2014/main" id="{6871563F-D5C3-5E9F-BF1E-FA005BD00FC3}"/>
              </a:ext>
            </a:extLst>
          </p:cNvPr>
          <p:cNvSpPr>
            <a:spLocks/>
          </p:cNvSpPr>
          <p:nvPr>
            <p:custDataLst>
              <p:tags r:id="rId29"/>
            </p:custDataLst>
          </p:nvPr>
        </p:nvSpPr>
        <p:spPr bwMode="gray">
          <a:xfrm>
            <a:off x="739775" y="5861050"/>
            <a:ext cx="182563" cy="152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ctr">
            <a:noAutofit/>
          </a:bodyPr>
          <a:lstStyle>
            <a:lvl1pPr marL="180975" indent="-180975" algn="l" defTabSz="914354" rtl="0" eaLnBrk="1" latinLnBrk="0" hangingPunct="1">
              <a:lnSpc>
                <a:spcPct val="100000"/>
              </a:lnSpc>
              <a:spcBef>
                <a:spcPts val="12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61950" indent="-180975" algn="l" defTabSz="914354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34988" indent="-173038" algn="l" defTabSz="914354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&gt;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715963" indent="-180975" algn="l" defTabSz="914354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898525" indent="-182563" algn="l" defTabSz="914354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&gt;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474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652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829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006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3" indent="0" algn="r">
              <a:spcBef>
                <a:spcPct val="0"/>
              </a:spcBef>
              <a:spcAft>
                <a:spcPct val="0"/>
              </a:spcAft>
              <a:buNone/>
            </a:pPr>
            <a:fld id="{A8D3B4D3-D6BC-4A22-B868-F5E991789473}" type="datetime'''''-''''''''''''''''20'''''''''''''''''''''''''''''">
              <a:rPr lang="en-US" altLang="en-US" sz="1000" smtClean="0">
                <a:solidFill>
                  <a:srgbClr val="000000"/>
                </a:solidFill>
                <a:effectLst/>
              </a:rPr>
              <a:pPr marL="0" lvl="3" indent="0" algn="r">
                <a:spcBef>
                  <a:spcPct val="0"/>
                </a:spcBef>
                <a:spcAft>
                  <a:spcPct val="0"/>
                </a:spcAft>
                <a:buNone/>
              </a:pPr>
              <a:t>-20</a:t>
            </a:fld>
            <a:endParaRPr lang="en-US" sz="1000" dirty="0">
              <a:solidFill>
                <a:srgbClr val="000000"/>
              </a:solidFill>
            </a:endParaRPr>
          </a:p>
        </p:txBody>
      </p:sp>
      <p:sp>
        <p:nvSpPr>
          <p:cNvPr id="23" name="Text Placeholder">
            <a:extLst>
              <a:ext uri="{FF2B5EF4-FFF2-40B4-BE49-F238E27FC236}">
                <a16:creationId xmlns:a16="http://schemas.microsoft.com/office/drawing/2014/main" id="{C6311680-7A25-EAF2-4E5F-F42ABAA389F9}"/>
              </a:ext>
            </a:extLst>
          </p:cNvPr>
          <p:cNvSpPr>
            <a:spLocks/>
          </p:cNvSpPr>
          <p:nvPr>
            <p:custDataLst>
              <p:tags r:id="rId30"/>
            </p:custDataLst>
          </p:nvPr>
        </p:nvSpPr>
        <p:spPr bwMode="gray">
          <a:xfrm>
            <a:off x="739775" y="5329238"/>
            <a:ext cx="182563" cy="152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ctr">
            <a:noAutofit/>
          </a:bodyPr>
          <a:lstStyle>
            <a:lvl1pPr marL="180975" indent="-180975" algn="l" defTabSz="914354" rtl="0" eaLnBrk="1" latinLnBrk="0" hangingPunct="1">
              <a:lnSpc>
                <a:spcPct val="100000"/>
              </a:lnSpc>
              <a:spcBef>
                <a:spcPts val="12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61950" indent="-180975" algn="l" defTabSz="914354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34988" indent="-173038" algn="l" defTabSz="914354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&gt;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715963" indent="-180975" algn="l" defTabSz="914354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898525" indent="-182563" algn="l" defTabSz="914354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&gt;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474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652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829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006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3" indent="0" algn="r">
              <a:spcBef>
                <a:spcPct val="0"/>
              </a:spcBef>
              <a:spcAft>
                <a:spcPct val="0"/>
              </a:spcAft>
              <a:buNone/>
            </a:pPr>
            <a:fld id="{85658B43-5311-4B47-BCF0-C112D588BF1F}" type="datetime'''''''''''''''-''''''1''''''''''''''''''''5'''''''''">
              <a:rPr lang="en-US" altLang="en-US" sz="1000" smtClean="0">
                <a:solidFill>
                  <a:srgbClr val="000000"/>
                </a:solidFill>
                <a:effectLst/>
              </a:rPr>
              <a:pPr marL="0" lvl="3" indent="0" algn="r">
                <a:spcBef>
                  <a:spcPct val="0"/>
                </a:spcBef>
                <a:spcAft>
                  <a:spcPct val="0"/>
                </a:spcAft>
                <a:buNone/>
              </a:pPr>
              <a:t>-15</a:t>
            </a:fld>
            <a:endParaRPr lang="en-US" sz="1000" dirty="0">
              <a:solidFill>
                <a:srgbClr val="000000"/>
              </a:solidFill>
            </a:endParaRPr>
          </a:p>
        </p:txBody>
      </p:sp>
      <p:sp>
        <p:nvSpPr>
          <p:cNvPr id="31" name="Text Placeholder">
            <a:extLst>
              <a:ext uri="{FF2B5EF4-FFF2-40B4-BE49-F238E27FC236}">
                <a16:creationId xmlns:a16="http://schemas.microsoft.com/office/drawing/2014/main" id="{7B7E17F8-B2FB-AEBC-9384-DB57BC43B34A}"/>
              </a:ext>
            </a:extLst>
          </p:cNvPr>
          <p:cNvSpPr>
            <a:spLocks/>
          </p:cNvSpPr>
          <p:nvPr>
            <p:custDataLst>
              <p:tags r:id="rId31"/>
            </p:custDataLst>
          </p:nvPr>
        </p:nvSpPr>
        <p:spPr bwMode="gray">
          <a:xfrm>
            <a:off x="809625" y="4264025"/>
            <a:ext cx="112713" cy="152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ctr">
            <a:noAutofit/>
          </a:bodyPr>
          <a:lstStyle>
            <a:lvl1pPr marL="180975" indent="-180975" algn="l" defTabSz="914354" rtl="0" eaLnBrk="1" latinLnBrk="0" hangingPunct="1">
              <a:lnSpc>
                <a:spcPct val="100000"/>
              </a:lnSpc>
              <a:spcBef>
                <a:spcPts val="12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61950" indent="-180975" algn="l" defTabSz="914354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34988" indent="-173038" algn="l" defTabSz="914354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&gt;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715963" indent="-180975" algn="l" defTabSz="914354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898525" indent="-182563" algn="l" defTabSz="914354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&gt;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474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652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829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006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3" indent="0" algn="r">
              <a:spcBef>
                <a:spcPct val="0"/>
              </a:spcBef>
              <a:spcAft>
                <a:spcPct val="0"/>
              </a:spcAft>
              <a:buNone/>
            </a:pPr>
            <a:fld id="{90962ADC-04C6-4A03-B00B-85876C2F70D7}" type="datetime'''''''''''''''''''''''-''5'">
              <a:rPr lang="en-US" altLang="en-US" sz="1000" smtClean="0">
                <a:solidFill>
                  <a:srgbClr val="000000"/>
                </a:solidFill>
                <a:effectLst/>
              </a:rPr>
              <a:pPr marL="0" lvl="3" indent="0" algn="r">
                <a:spcBef>
                  <a:spcPct val="0"/>
                </a:spcBef>
                <a:spcAft>
                  <a:spcPct val="0"/>
                </a:spcAft>
                <a:buNone/>
              </a:pPr>
              <a:t>-5</a:t>
            </a:fld>
            <a:endParaRPr lang="en-US" sz="1000" dirty="0">
              <a:solidFill>
                <a:srgbClr val="000000"/>
              </a:solidFill>
            </a:endParaRPr>
          </a:p>
        </p:txBody>
      </p:sp>
      <p:sp>
        <p:nvSpPr>
          <p:cNvPr id="35" name="Text Placeholder">
            <a:extLst>
              <a:ext uri="{FF2B5EF4-FFF2-40B4-BE49-F238E27FC236}">
                <a16:creationId xmlns:a16="http://schemas.microsoft.com/office/drawing/2014/main" id="{7E8CF434-6FF8-CDD5-2F17-DCE7F91067C2}"/>
              </a:ext>
            </a:extLst>
          </p:cNvPr>
          <p:cNvSpPr>
            <a:spLocks/>
          </p:cNvSpPr>
          <p:nvPr>
            <p:custDataLst>
              <p:tags r:id="rId32"/>
            </p:custDataLst>
          </p:nvPr>
        </p:nvSpPr>
        <p:spPr bwMode="gray">
          <a:xfrm>
            <a:off x="852488" y="3198813"/>
            <a:ext cx="69850" cy="152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ctr">
            <a:noAutofit/>
          </a:bodyPr>
          <a:lstStyle>
            <a:lvl1pPr marL="180975" indent="-180975" algn="l" defTabSz="914354" rtl="0" eaLnBrk="1" latinLnBrk="0" hangingPunct="1">
              <a:lnSpc>
                <a:spcPct val="100000"/>
              </a:lnSpc>
              <a:spcBef>
                <a:spcPts val="12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61950" indent="-180975" algn="l" defTabSz="914354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34988" indent="-173038" algn="l" defTabSz="914354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&gt;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715963" indent="-180975" algn="l" defTabSz="914354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898525" indent="-182563" algn="l" defTabSz="914354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&gt;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474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652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829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006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3" indent="0" algn="r">
              <a:spcBef>
                <a:spcPct val="0"/>
              </a:spcBef>
              <a:spcAft>
                <a:spcPct val="0"/>
              </a:spcAft>
              <a:buNone/>
            </a:pPr>
            <a:fld id="{BE314DFA-43E4-4A22-BA25-AE850628A9BD}" type="datetime'5'''''''''''''''">
              <a:rPr lang="en-US" altLang="en-US" sz="1000" smtClean="0">
                <a:solidFill>
                  <a:srgbClr val="000000"/>
                </a:solidFill>
                <a:effectLst/>
              </a:rPr>
              <a:pPr marL="0" lvl="3" indent="0" algn="r">
                <a:spcBef>
                  <a:spcPct val="0"/>
                </a:spcBef>
                <a:spcAft>
                  <a:spcPct val="0"/>
                </a:spcAft>
                <a:buNone/>
              </a:pPr>
              <a:t>5</a:t>
            </a:fld>
            <a:endParaRPr lang="en-US" sz="1000" dirty="0">
              <a:solidFill>
                <a:srgbClr val="000000"/>
              </a:solidFill>
            </a:endParaRPr>
          </a:p>
        </p:txBody>
      </p:sp>
      <p:sp>
        <p:nvSpPr>
          <p:cNvPr id="36" name="Text Placeholder">
            <a:extLst>
              <a:ext uri="{FF2B5EF4-FFF2-40B4-BE49-F238E27FC236}">
                <a16:creationId xmlns:a16="http://schemas.microsoft.com/office/drawing/2014/main" id="{12F255FA-47A8-2262-061C-10C3D37DA733}"/>
              </a:ext>
            </a:extLst>
          </p:cNvPr>
          <p:cNvSpPr>
            <a:spLocks/>
          </p:cNvSpPr>
          <p:nvPr>
            <p:custDataLst>
              <p:tags r:id="rId33"/>
            </p:custDataLst>
          </p:nvPr>
        </p:nvSpPr>
        <p:spPr bwMode="gray">
          <a:xfrm>
            <a:off x="782638" y="2133600"/>
            <a:ext cx="139700" cy="152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ctr">
            <a:noAutofit/>
          </a:bodyPr>
          <a:lstStyle>
            <a:lvl1pPr marL="180975" indent="-180975" algn="l" defTabSz="914354" rtl="0" eaLnBrk="1" latinLnBrk="0" hangingPunct="1">
              <a:lnSpc>
                <a:spcPct val="100000"/>
              </a:lnSpc>
              <a:spcBef>
                <a:spcPts val="12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61950" indent="-180975" algn="l" defTabSz="914354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34988" indent="-173038" algn="l" defTabSz="914354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&gt;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715963" indent="-180975" algn="l" defTabSz="914354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898525" indent="-182563" algn="l" defTabSz="914354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&gt;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474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652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829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006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3" indent="0" algn="r">
              <a:spcBef>
                <a:spcPct val="0"/>
              </a:spcBef>
              <a:spcAft>
                <a:spcPct val="0"/>
              </a:spcAft>
              <a:buNone/>
            </a:pPr>
            <a:fld id="{5956F205-260D-45E1-B3A3-074456D0706C}" type="datetime'''''''''1''''5'''''''''''''''">
              <a:rPr lang="en-US" altLang="en-US" sz="1000" smtClean="0">
                <a:solidFill>
                  <a:srgbClr val="000000"/>
                </a:solidFill>
                <a:effectLst/>
              </a:rPr>
              <a:pPr marL="0" lvl="3" indent="0" algn="r">
                <a:spcBef>
                  <a:spcPct val="0"/>
                </a:spcBef>
                <a:spcAft>
                  <a:spcPct val="0"/>
                </a:spcAft>
                <a:buNone/>
              </a:pPr>
              <a:t>15</a:t>
            </a:fld>
            <a:endParaRPr lang="en-US" sz="1000" dirty="0">
              <a:solidFill>
                <a:srgbClr val="000000"/>
              </a:solidFill>
            </a:endParaRPr>
          </a:p>
        </p:txBody>
      </p:sp>
      <p:sp>
        <p:nvSpPr>
          <p:cNvPr id="37" name="Text Placeholder">
            <a:extLst>
              <a:ext uri="{FF2B5EF4-FFF2-40B4-BE49-F238E27FC236}">
                <a16:creationId xmlns:a16="http://schemas.microsoft.com/office/drawing/2014/main" id="{CDCB872B-F3C6-C630-8895-1D64BF046236}"/>
              </a:ext>
            </a:extLst>
          </p:cNvPr>
          <p:cNvSpPr>
            <a:spLocks/>
          </p:cNvSpPr>
          <p:nvPr>
            <p:custDataLst>
              <p:tags r:id="rId34"/>
            </p:custDataLst>
          </p:nvPr>
        </p:nvSpPr>
        <p:spPr bwMode="gray">
          <a:xfrm>
            <a:off x="782638" y="1601788"/>
            <a:ext cx="139700" cy="152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ctr">
            <a:noAutofit/>
          </a:bodyPr>
          <a:lstStyle>
            <a:lvl1pPr marL="180975" indent="-180975" algn="l" defTabSz="914354" rtl="0" eaLnBrk="1" latinLnBrk="0" hangingPunct="1">
              <a:lnSpc>
                <a:spcPct val="100000"/>
              </a:lnSpc>
              <a:spcBef>
                <a:spcPts val="12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61950" indent="-180975" algn="l" defTabSz="914354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34988" indent="-173038" algn="l" defTabSz="914354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&gt;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715963" indent="-180975" algn="l" defTabSz="914354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898525" indent="-182563" algn="l" defTabSz="914354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&gt;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474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652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829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006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3" indent="0" algn="r">
              <a:spcBef>
                <a:spcPct val="0"/>
              </a:spcBef>
              <a:spcAft>
                <a:spcPct val="0"/>
              </a:spcAft>
              <a:buNone/>
            </a:pPr>
            <a:fld id="{23B32E95-E4BB-4FC1-8031-9D249017135B}" type="datetime'''''''''''''''2''''0'''''''''''''''">
              <a:rPr lang="en-US" altLang="en-US" sz="1000" smtClean="0">
                <a:solidFill>
                  <a:srgbClr val="000000"/>
                </a:solidFill>
                <a:effectLst/>
              </a:rPr>
              <a:pPr marL="0" lvl="3" indent="0" algn="r">
                <a:spcBef>
                  <a:spcPct val="0"/>
                </a:spcBef>
                <a:spcAft>
                  <a:spcPct val="0"/>
                </a:spcAft>
                <a:buNone/>
              </a:pPr>
              <a:t>20</a:t>
            </a:fld>
            <a:endParaRPr lang="en-US" sz="1000" dirty="0">
              <a:solidFill>
                <a:srgbClr val="000000"/>
              </a:solidFill>
            </a:endParaRPr>
          </a:p>
        </p:txBody>
      </p:sp>
      <p:sp>
        <p:nvSpPr>
          <p:cNvPr id="209" name="Text Placeholder">
            <a:extLst>
              <a:ext uri="{FF2B5EF4-FFF2-40B4-BE49-F238E27FC236}">
                <a16:creationId xmlns:a16="http://schemas.microsoft.com/office/drawing/2014/main" id="{6B31621A-D876-A374-D201-1279C177BBA9}"/>
              </a:ext>
            </a:extLst>
          </p:cNvPr>
          <p:cNvSpPr>
            <a:spLocks/>
          </p:cNvSpPr>
          <p:nvPr>
            <p:custDataLst>
              <p:tags r:id="rId35"/>
            </p:custDataLst>
          </p:nvPr>
        </p:nvSpPr>
        <p:spPr bwMode="gray">
          <a:xfrm>
            <a:off x="8659813" y="5980113"/>
            <a:ext cx="279400" cy="152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>
            <a:noAutofit/>
          </a:bodyPr>
          <a:lstStyle>
            <a:lvl1pPr marL="180975" indent="-180975" algn="l" defTabSz="914354" rtl="0" eaLnBrk="1" latinLnBrk="0" hangingPunct="1">
              <a:lnSpc>
                <a:spcPct val="100000"/>
              </a:lnSpc>
              <a:spcBef>
                <a:spcPts val="12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61950" indent="-180975" algn="l" defTabSz="914354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34988" indent="-173038" algn="l" defTabSz="914354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&gt;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715963" indent="-180975" algn="l" defTabSz="914354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898525" indent="-182563" algn="l" defTabSz="914354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&gt;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474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652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829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006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3" indent="0" algn="ctr">
              <a:spcBef>
                <a:spcPct val="0"/>
              </a:spcBef>
              <a:spcAft>
                <a:spcPct val="0"/>
              </a:spcAft>
              <a:buNone/>
            </a:pPr>
            <a:fld id="{FDF11126-7CAC-42D0-8B59-66AA97E02C06}" type="datetime'''''''''''2''0''''''''''''''2''''''''''''''''4'''''">
              <a:rPr lang="en-US" altLang="en-US" sz="1000" smtClean="0">
                <a:solidFill>
                  <a:srgbClr val="000000"/>
                </a:solidFill>
                <a:effectLst/>
              </a:rPr>
              <a:pPr marL="0" lvl="3" indent="0" algn="ctr">
                <a:spcBef>
                  <a:spcPct val="0"/>
                </a:spcBef>
                <a:spcAft>
                  <a:spcPct val="0"/>
                </a:spcAft>
                <a:buNone/>
              </a:pPr>
              <a:t>2024</a:t>
            </a:fld>
            <a:endParaRPr lang="en-US" sz="1000" dirty="0">
              <a:solidFill>
                <a:srgbClr val="000000"/>
              </a:solidFill>
            </a:endParaRPr>
          </a:p>
        </p:txBody>
      </p:sp>
      <p:sp>
        <p:nvSpPr>
          <p:cNvPr id="159" name="Text Placeholder">
            <a:extLst>
              <a:ext uri="{FF2B5EF4-FFF2-40B4-BE49-F238E27FC236}">
                <a16:creationId xmlns:a16="http://schemas.microsoft.com/office/drawing/2014/main" id="{3707678F-A7CC-7D1E-B8DB-371616BC3E9F}"/>
              </a:ext>
            </a:extLst>
          </p:cNvPr>
          <p:cNvSpPr>
            <a:spLocks/>
          </p:cNvSpPr>
          <p:nvPr>
            <p:custDataLst>
              <p:tags r:id="rId36"/>
            </p:custDataLst>
          </p:nvPr>
        </p:nvSpPr>
        <p:spPr bwMode="gray">
          <a:xfrm>
            <a:off x="6026150" y="3914775"/>
            <a:ext cx="139700" cy="152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ctr">
            <a:noAutofit/>
          </a:bodyPr>
          <a:lstStyle>
            <a:lvl1pPr marL="180975" indent="-180975" algn="l" defTabSz="914354" rtl="0" eaLnBrk="1" latinLnBrk="0" hangingPunct="1">
              <a:lnSpc>
                <a:spcPct val="100000"/>
              </a:lnSpc>
              <a:spcBef>
                <a:spcPts val="12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61950" indent="-180975" algn="l" defTabSz="914354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34988" indent="-173038" algn="l" defTabSz="914354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&gt;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715963" indent="-180975" algn="l" defTabSz="914354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898525" indent="-182563" algn="l" defTabSz="914354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&gt;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474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652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829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006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3" indent="0" algn="r">
              <a:spcBef>
                <a:spcPct val="0"/>
              </a:spcBef>
              <a:spcAft>
                <a:spcPct val="0"/>
              </a:spcAft>
              <a:buNone/>
            </a:pPr>
            <a:endParaRPr lang="en-US" sz="1000" dirty="0">
              <a:solidFill>
                <a:srgbClr val="000000"/>
              </a:solidFill>
            </a:endParaRPr>
          </a:p>
        </p:txBody>
      </p:sp>
      <p:grpSp>
        <p:nvGrpSpPr>
          <p:cNvPr id="12" name="btfpColumnIndicatorGroup2">
            <a:extLst>
              <a:ext uri="{FF2B5EF4-FFF2-40B4-BE49-F238E27FC236}">
                <a16:creationId xmlns:a16="http://schemas.microsoft.com/office/drawing/2014/main" id="{C55E4A39-BA22-FD9C-A542-743644C76B2F}"/>
              </a:ext>
            </a:extLst>
          </p:cNvPr>
          <p:cNvGrpSpPr/>
          <p:nvPr/>
        </p:nvGrpSpPr>
        <p:grpSpPr>
          <a:xfrm>
            <a:off x="0" y="6926580"/>
            <a:ext cx="12192000" cy="137160"/>
            <a:chOff x="0" y="6926580"/>
            <a:chExt cx="12192000" cy="137160"/>
          </a:xfrm>
        </p:grpSpPr>
        <p:sp>
          <p:nvSpPr>
            <p:cNvPr id="10" name="btfpColumnGapBlocker970611">
              <a:extLst>
                <a:ext uri="{FF2B5EF4-FFF2-40B4-BE49-F238E27FC236}">
                  <a16:creationId xmlns:a16="http://schemas.microsoft.com/office/drawing/2014/main" id="{9A10E9B6-19DC-33E2-1B7D-205BBE6A9952}"/>
                </a:ext>
              </a:extLst>
            </p:cNvPr>
            <p:cNvSpPr/>
            <p:nvPr/>
          </p:nvSpPr>
          <p:spPr bwMode="gray">
            <a:xfrm>
              <a:off x="11861800" y="6926580"/>
              <a:ext cx="330200" cy="137160"/>
            </a:xfrm>
            <a:prstGeom prst="rect">
              <a:avLst/>
            </a:prstGeom>
            <a:pattFill prst="ltUpDiag">
              <a:fgClr>
                <a:srgbClr val="BBCABA"/>
              </a:fgClr>
              <a:bgClr>
                <a:srgbClr val="FFFFFF"/>
              </a:bgClr>
            </a:pattFill>
            <a:ln w="9525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9525" cap="flat" cmpd="sng" algn="ctr">
                  <a:solidFill>
                    <a:schemeClr val="tx1"/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indent="0" algn="ctr">
                <a:buNone/>
              </a:pPr>
              <a:endParaRPr lang="en-US" sz="1600" dirty="0" err="1">
                <a:solidFill>
                  <a:schemeClr val="tx1"/>
                </a:solidFill>
              </a:endParaRPr>
            </a:p>
          </p:txBody>
        </p:sp>
        <p:sp>
          <p:nvSpPr>
            <p:cNvPr id="8" name="btfpColumnGapBlocker981961">
              <a:extLst>
                <a:ext uri="{FF2B5EF4-FFF2-40B4-BE49-F238E27FC236}">
                  <a16:creationId xmlns:a16="http://schemas.microsoft.com/office/drawing/2014/main" id="{88815E9F-32B5-F448-82D9-9EF5141045A6}"/>
                </a:ext>
              </a:extLst>
            </p:cNvPr>
            <p:cNvSpPr/>
            <p:nvPr/>
          </p:nvSpPr>
          <p:spPr bwMode="gray">
            <a:xfrm>
              <a:off x="0" y="6926580"/>
              <a:ext cx="330200" cy="137160"/>
            </a:xfrm>
            <a:prstGeom prst="rect">
              <a:avLst/>
            </a:prstGeom>
            <a:pattFill prst="ltUpDiag">
              <a:fgClr>
                <a:srgbClr val="BBCABA"/>
              </a:fgClr>
              <a:bgClr>
                <a:srgbClr val="FFFFFF"/>
              </a:bgClr>
            </a:pattFill>
            <a:ln w="9525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9525" cap="flat" cmpd="sng" algn="ctr">
                  <a:solidFill>
                    <a:schemeClr val="tx1"/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indent="0" algn="ctr">
                <a:buNone/>
              </a:pPr>
              <a:endParaRPr lang="en-US" sz="1600" dirty="0" err="1">
                <a:solidFill>
                  <a:schemeClr val="tx1"/>
                </a:solidFill>
              </a:endParaRPr>
            </a:p>
          </p:txBody>
        </p:sp>
        <p:cxnSp>
          <p:nvCxnSpPr>
            <p:cNvPr id="6" name="btfpColumnIndicator459891">
              <a:extLst>
                <a:ext uri="{FF2B5EF4-FFF2-40B4-BE49-F238E27FC236}">
                  <a16:creationId xmlns:a16="http://schemas.microsoft.com/office/drawing/2014/main" id="{20B70114-24D5-C4DB-F337-61566D35E766}"/>
                </a:ext>
              </a:extLst>
            </p:cNvPr>
            <p:cNvCxnSpPr/>
            <p:nvPr/>
          </p:nvCxnSpPr>
          <p:spPr bwMode="gray">
            <a:xfrm flipV="1">
              <a:off x="11861800" y="6926580"/>
              <a:ext cx="0" cy="137160"/>
            </a:xfrm>
            <a:prstGeom prst="line">
              <a:avLst/>
            </a:prstGeom>
            <a:ln w="19050" cap="flat" cmpd="sng" algn="ctr">
              <a:solidFill>
                <a:srgbClr val="507867"/>
              </a:solidFill>
              <a:prstDash val="solid"/>
              <a:miter lim="800000"/>
              <a:headEnd type="none" w="med" len="med"/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" name="btfpColumnIndicator954676">
              <a:extLst>
                <a:ext uri="{FF2B5EF4-FFF2-40B4-BE49-F238E27FC236}">
                  <a16:creationId xmlns:a16="http://schemas.microsoft.com/office/drawing/2014/main" id="{1765C9B3-D751-3964-AF23-B5D2695E0C06}"/>
                </a:ext>
              </a:extLst>
            </p:cNvPr>
            <p:cNvCxnSpPr/>
            <p:nvPr/>
          </p:nvCxnSpPr>
          <p:spPr bwMode="gray">
            <a:xfrm flipV="1">
              <a:off x="330200" y="6926580"/>
              <a:ext cx="0" cy="137160"/>
            </a:xfrm>
            <a:prstGeom prst="line">
              <a:avLst/>
            </a:prstGeom>
            <a:ln w="19050" cap="flat" cmpd="sng" algn="ctr">
              <a:solidFill>
                <a:srgbClr val="507867"/>
              </a:solidFill>
              <a:prstDash val="solid"/>
              <a:miter lim="800000"/>
              <a:headEnd type="none" w="med" len="med"/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1" name="btfpColumnIndicatorGroup1">
            <a:extLst>
              <a:ext uri="{FF2B5EF4-FFF2-40B4-BE49-F238E27FC236}">
                <a16:creationId xmlns:a16="http://schemas.microsoft.com/office/drawing/2014/main" id="{E8AE5054-989B-F7E0-0B02-664E355F4365}"/>
              </a:ext>
            </a:extLst>
          </p:cNvPr>
          <p:cNvGrpSpPr/>
          <p:nvPr/>
        </p:nvGrpSpPr>
        <p:grpSpPr>
          <a:xfrm>
            <a:off x="0" y="-205740"/>
            <a:ext cx="12192000" cy="137160"/>
            <a:chOff x="0" y="-205740"/>
            <a:chExt cx="12192000" cy="137160"/>
          </a:xfrm>
        </p:grpSpPr>
        <p:sp>
          <p:nvSpPr>
            <p:cNvPr id="9" name="btfpColumnGapBlocker199555">
              <a:extLst>
                <a:ext uri="{FF2B5EF4-FFF2-40B4-BE49-F238E27FC236}">
                  <a16:creationId xmlns:a16="http://schemas.microsoft.com/office/drawing/2014/main" id="{99751972-E8ED-969B-814A-CC7168305963}"/>
                </a:ext>
              </a:extLst>
            </p:cNvPr>
            <p:cNvSpPr/>
            <p:nvPr/>
          </p:nvSpPr>
          <p:spPr bwMode="gray">
            <a:xfrm>
              <a:off x="11861800" y="-205740"/>
              <a:ext cx="330200" cy="137160"/>
            </a:xfrm>
            <a:prstGeom prst="rect">
              <a:avLst/>
            </a:prstGeom>
            <a:pattFill prst="ltUpDiag">
              <a:fgClr>
                <a:srgbClr val="BBCABA"/>
              </a:fgClr>
              <a:bgClr>
                <a:srgbClr val="FFFFFF"/>
              </a:bgClr>
            </a:pattFill>
            <a:ln w="9525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9525" cap="flat" cmpd="sng" algn="ctr">
                  <a:solidFill>
                    <a:schemeClr val="tx1"/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indent="0" algn="ctr">
                <a:buNone/>
              </a:pPr>
              <a:endParaRPr lang="en-US" sz="1600" dirty="0" err="1">
                <a:solidFill>
                  <a:schemeClr val="tx1"/>
                </a:solidFill>
              </a:endParaRPr>
            </a:p>
          </p:txBody>
        </p:sp>
        <p:sp>
          <p:nvSpPr>
            <p:cNvPr id="7" name="btfpColumnGapBlocker113702">
              <a:extLst>
                <a:ext uri="{FF2B5EF4-FFF2-40B4-BE49-F238E27FC236}">
                  <a16:creationId xmlns:a16="http://schemas.microsoft.com/office/drawing/2014/main" id="{42BB9564-2266-9D56-FA38-D60D62F95F52}"/>
                </a:ext>
              </a:extLst>
            </p:cNvPr>
            <p:cNvSpPr/>
            <p:nvPr/>
          </p:nvSpPr>
          <p:spPr bwMode="gray">
            <a:xfrm>
              <a:off x="0" y="-205740"/>
              <a:ext cx="330200" cy="137160"/>
            </a:xfrm>
            <a:prstGeom prst="rect">
              <a:avLst/>
            </a:prstGeom>
            <a:pattFill prst="ltUpDiag">
              <a:fgClr>
                <a:srgbClr val="BBCABA"/>
              </a:fgClr>
              <a:bgClr>
                <a:srgbClr val="FFFFFF"/>
              </a:bgClr>
            </a:pattFill>
            <a:ln w="9525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9525" cap="flat" cmpd="sng" algn="ctr">
                  <a:solidFill>
                    <a:schemeClr val="tx1"/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indent="0" algn="ctr">
                <a:buNone/>
              </a:pPr>
              <a:endParaRPr lang="en-US" sz="1600" dirty="0" err="1">
                <a:solidFill>
                  <a:schemeClr val="tx1"/>
                </a:solidFill>
              </a:endParaRPr>
            </a:p>
          </p:txBody>
        </p:sp>
        <p:cxnSp>
          <p:nvCxnSpPr>
            <p:cNvPr id="5" name="btfpColumnIndicator890918">
              <a:extLst>
                <a:ext uri="{FF2B5EF4-FFF2-40B4-BE49-F238E27FC236}">
                  <a16:creationId xmlns:a16="http://schemas.microsoft.com/office/drawing/2014/main" id="{9A1E9E80-21F7-4781-99F0-566F6F02108A}"/>
                </a:ext>
              </a:extLst>
            </p:cNvPr>
            <p:cNvCxnSpPr/>
            <p:nvPr/>
          </p:nvCxnSpPr>
          <p:spPr bwMode="gray">
            <a:xfrm flipV="1">
              <a:off x="11861800" y="-205740"/>
              <a:ext cx="0" cy="137160"/>
            </a:xfrm>
            <a:prstGeom prst="line">
              <a:avLst/>
            </a:prstGeom>
            <a:ln w="19050" cap="flat" cmpd="sng" algn="ctr">
              <a:solidFill>
                <a:srgbClr val="507867"/>
              </a:solidFill>
              <a:prstDash val="solid"/>
              <a:miter lim="800000"/>
              <a:headEnd type="none" w="med" len="med"/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" name="btfpColumnIndicator505908">
              <a:extLst>
                <a:ext uri="{FF2B5EF4-FFF2-40B4-BE49-F238E27FC236}">
                  <a16:creationId xmlns:a16="http://schemas.microsoft.com/office/drawing/2014/main" id="{8AE31EB5-8783-3C60-ADE2-3E4D1D28189D}"/>
                </a:ext>
              </a:extLst>
            </p:cNvPr>
            <p:cNvCxnSpPr/>
            <p:nvPr/>
          </p:nvCxnSpPr>
          <p:spPr bwMode="gray">
            <a:xfrm flipV="1">
              <a:off x="330200" y="-205740"/>
              <a:ext cx="0" cy="137160"/>
            </a:xfrm>
            <a:prstGeom prst="line">
              <a:avLst/>
            </a:prstGeom>
            <a:ln w="19050" cap="flat" cmpd="sng" algn="ctr">
              <a:solidFill>
                <a:srgbClr val="507867"/>
              </a:solidFill>
              <a:prstDash val="solid"/>
              <a:miter lim="800000"/>
              <a:headEnd type="none" w="med" len="med"/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7720449B-4754-2907-7505-73852673C8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/>
          <a:lstStyle/>
          <a:p>
            <a:endParaRPr lang="en-US" dirty="0"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5F0BA87E-A807-11BC-312C-040BF1B51EB3}"/>
              </a:ext>
            </a:extLst>
          </p:cNvPr>
          <p:cNvSpPr txBox="1"/>
          <p:nvPr>
            <p:custDataLst>
              <p:tags r:id="rId37"/>
            </p:custDataLst>
          </p:nvPr>
        </p:nvSpPr>
        <p:spPr bwMode="gray">
          <a:xfrm rot="16200000">
            <a:off x="-214381" y="3878263"/>
            <a:ext cx="1305413" cy="226591"/>
          </a:xfrm>
          <a:prstGeom prst="rect">
            <a:avLst/>
          </a:prstGeom>
          <a:noFill/>
        </p:spPr>
        <p:txBody>
          <a:bodyPr wrap="none" lIns="36000" tIns="36000" rIns="36000" bIns="36000" rtlCol="0">
            <a:spAutoFit/>
          </a:bodyPr>
          <a:lstStyle/>
          <a:p>
            <a:pPr marL="0" indent="0">
              <a:buNone/>
            </a:pPr>
            <a:r>
              <a:rPr lang="en-US" sz="1000" dirty="0">
                <a:solidFill>
                  <a:srgbClr val="000000"/>
                </a:solidFill>
              </a:rPr>
              <a:t>YoY Revenue Growth</a:t>
            </a:r>
          </a:p>
        </p:txBody>
      </p:sp>
      <p:sp>
        <p:nvSpPr>
          <p:cNvPr id="164" name="TextBox 163">
            <a:extLst>
              <a:ext uri="{FF2B5EF4-FFF2-40B4-BE49-F238E27FC236}">
                <a16:creationId xmlns:a16="http://schemas.microsoft.com/office/drawing/2014/main" id="{D7E2EE94-35C0-C9FB-12C8-3BAC59DA5229}"/>
              </a:ext>
            </a:extLst>
          </p:cNvPr>
          <p:cNvSpPr txBox="1"/>
          <p:nvPr>
            <p:custDataLst>
              <p:tags r:id="rId38"/>
            </p:custDataLst>
          </p:nvPr>
        </p:nvSpPr>
        <p:spPr bwMode="gray">
          <a:xfrm>
            <a:off x="5926138" y="6215005"/>
            <a:ext cx="342008" cy="226591"/>
          </a:xfrm>
          <a:prstGeom prst="rect">
            <a:avLst/>
          </a:prstGeom>
          <a:noFill/>
        </p:spPr>
        <p:txBody>
          <a:bodyPr wrap="none" lIns="36000" tIns="36000" rIns="36000" bIns="36000" rtlCol="0">
            <a:spAutoFit/>
          </a:bodyPr>
          <a:lstStyle/>
          <a:p>
            <a:pPr marL="0" indent="0">
              <a:buNone/>
            </a:pPr>
            <a:r>
              <a:rPr lang="en-US" sz="1000" dirty="0">
                <a:solidFill>
                  <a:srgbClr val="000000"/>
                </a:solidFill>
              </a:rPr>
              <a:t>Year</a:t>
            </a:r>
          </a:p>
        </p:txBody>
      </p:sp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A9453A72-30CD-B9E1-1306-94F7FDB807C4}"/>
              </a:ext>
            </a:extLst>
          </p:cNvPr>
          <p:cNvCxnSpPr/>
          <p:nvPr>
            <p:custDataLst>
              <p:tags r:id="rId39"/>
            </p:custDataLst>
          </p:nvPr>
        </p:nvCxnSpPr>
        <p:spPr bwMode="gray">
          <a:xfrm>
            <a:off x="349250" y="1470025"/>
            <a:ext cx="239713" cy="0"/>
          </a:xfrm>
          <a:prstGeom prst="line">
            <a:avLst/>
          </a:prstGeom>
          <a:ln w="38100" cap="rnd" cmpd="sng" algn="ctr">
            <a:solidFill>
              <a:srgbClr val="000000"/>
            </a:solidFill>
            <a:prstDash val="solid"/>
            <a:miter lim="800000"/>
            <a:headEnd type="none" w="med" len="med"/>
            <a:tailEnd type="none" w="med" len="lg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AAA611F2-8C51-B9F8-2CAC-C2DB2A4807AD}"/>
              </a:ext>
            </a:extLst>
          </p:cNvPr>
          <p:cNvCxnSpPr/>
          <p:nvPr>
            <p:custDataLst>
              <p:tags r:id="rId40"/>
            </p:custDataLst>
          </p:nvPr>
        </p:nvCxnSpPr>
        <p:spPr bwMode="gray">
          <a:xfrm>
            <a:off x="1243013" y="1470025"/>
            <a:ext cx="239713" cy="0"/>
          </a:xfrm>
          <a:prstGeom prst="line">
            <a:avLst/>
          </a:prstGeom>
          <a:ln w="38100" cap="rnd" cmpd="sng" algn="ctr">
            <a:solidFill>
              <a:srgbClr val="CC0000"/>
            </a:solidFill>
            <a:prstDash val="solid"/>
            <a:miter lim="800000"/>
            <a:headEnd type="none" w="med" len="med"/>
            <a:tailEnd type="none" w="med" len="lg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9" name="Oval 38">
            <a:extLst>
              <a:ext uri="{FF2B5EF4-FFF2-40B4-BE49-F238E27FC236}">
                <a16:creationId xmlns:a16="http://schemas.microsoft.com/office/drawing/2014/main" id="{FFDDCA24-D845-16F2-61CB-A437127C8517}"/>
              </a:ext>
            </a:extLst>
          </p:cNvPr>
          <p:cNvSpPr/>
          <p:nvPr>
            <p:custDataLst>
              <p:tags r:id="rId41"/>
            </p:custDataLst>
          </p:nvPr>
        </p:nvSpPr>
        <p:spPr bwMode="auto">
          <a:xfrm>
            <a:off x="423863" y="1425575"/>
            <a:ext cx="88900" cy="88900"/>
          </a:xfrm>
          <a:prstGeom prst="ellipse">
            <a:avLst/>
          </a:prstGeom>
          <a:solidFill>
            <a:srgbClr val="000000"/>
          </a:solidFill>
          <a:ln w="9525" cap="flat" cmpd="sng" algn="ctr">
            <a:solidFill>
              <a:srgbClr val="000000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indent="0" algn="ctr">
              <a:buNone/>
            </a:pPr>
            <a:endParaRPr lang="en-US" sz="1600" dirty="0" err="1">
              <a:solidFill>
                <a:schemeClr val="tx1"/>
              </a:solidFill>
            </a:endParaRPr>
          </a:p>
        </p:txBody>
      </p:sp>
      <p:sp>
        <p:nvSpPr>
          <p:cNvPr id="41" name="Oval 40">
            <a:extLst>
              <a:ext uri="{FF2B5EF4-FFF2-40B4-BE49-F238E27FC236}">
                <a16:creationId xmlns:a16="http://schemas.microsoft.com/office/drawing/2014/main" id="{3227EB05-AF94-5658-6C10-123409A8F17A}"/>
              </a:ext>
            </a:extLst>
          </p:cNvPr>
          <p:cNvSpPr/>
          <p:nvPr>
            <p:custDataLst>
              <p:tags r:id="rId42"/>
            </p:custDataLst>
          </p:nvPr>
        </p:nvSpPr>
        <p:spPr bwMode="auto">
          <a:xfrm>
            <a:off x="1317625" y="1425575"/>
            <a:ext cx="88900" cy="88900"/>
          </a:xfrm>
          <a:prstGeom prst="ellipse">
            <a:avLst/>
          </a:prstGeom>
          <a:solidFill>
            <a:srgbClr val="CC0000"/>
          </a:solidFill>
          <a:ln w="9525" cap="flat" cmpd="sng" algn="ctr">
            <a:solidFill>
              <a:srgbClr val="CC0000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indent="0" algn="ctr">
              <a:buNone/>
            </a:pPr>
            <a:endParaRPr lang="en-US" sz="1600" dirty="0" err="1">
              <a:solidFill>
                <a:schemeClr val="tx1"/>
              </a:solidFill>
            </a:endParaRPr>
          </a:p>
        </p:txBody>
      </p:sp>
      <p:sp>
        <p:nvSpPr>
          <p:cNvPr id="24" name="Text Placeholder">
            <a:extLst>
              <a:ext uri="{FF2B5EF4-FFF2-40B4-BE49-F238E27FC236}">
                <a16:creationId xmlns:a16="http://schemas.microsoft.com/office/drawing/2014/main" id="{DD147D10-C955-CD74-CF0F-21825821E548}"/>
              </a:ext>
            </a:extLst>
          </p:cNvPr>
          <p:cNvSpPr>
            <a:spLocks/>
          </p:cNvSpPr>
          <p:nvPr>
            <p:custDataLst>
              <p:tags r:id="rId43"/>
            </p:custDataLst>
          </p:nvPr>
        </p:nvSpPr>
        <p:spPr bwMode="auto">
          <a:xfrm>
            <a:off x="658813" y="1398588"/>
            <a:ext cx="463550" cy="152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ctr">
            <a:noAutofit/>
          </a:bodyPr>
          <a:lstStyle>
            <a:lvl1pPr marL="180975" indent="-180975" algn="l" defTabSz="914354" rtl="0" eaLnBrk="1" latinLnBrk="0" hangingPunct="1">
              <a:lnSpc>
                <a:spcPct val="100000"/>
              </a:lnSpc>
              <a:spcBef>
                <a:spcPts val="12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61950" indent="-180975" algn="l" defTabSz="914354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34988" indent="-173038" algn="l" defTabSz="914354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&gt;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715963" indent="-180975" algn="l" defTabSz="914354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898525" indent="-182563" algn="l" defTabSz="914354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&gt;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474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652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829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006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3" indent="0">
              <a:spcBef>
                <a:spcPct val="0"/>
              </a:spcBef>
              <a:spcAft>
                <a:spcPct val="0"/>
              </a:spcAft>
              <a:buNone/>
            </a:pPr>
            <a:fld id="{C759EB23-4747-4AE0-BEBC-335C302FA550}" type="datetime'S''''''e''r''i''''e''''''''''s'''''''''''''' ''''''''1'''">
              <a:rPr lang="en-US" altLang="en-US" sz="1000" smtClean="0">
                <a:solidFill>
                  <a:srgbClr val="000000"/>
                </a:solidFill>
                <a:effectLst/>
              </a:rPr>
              <a:pPr/>
              <a:t>Series 1</a:t>
            </a:fld>
            <a:endParaRPr lang="en-US" sz="1000" dirty="0">
              <a:solidFill>
                <a:srgbClr val="000000"/>
              </a:solidFill>
            </a:endParaRPr>
          </a:p>
        </p:txBody>
      </p:sp>
      <p:sp>
        <p:nvSpPr>
          <p:cNvPr id="34" name="Text Placeholder">
            <a:extLst>
              <a:ext uri="{FF2B5EF4-FFF2-40B4-BE49-F238E27FC236}">
                <a16:creationId xmlns:a16="http://schemas.microsoft.com/office/drawing/2014/main" id="{B533BFEF-59F5-9AD1-07B8-6769791A41FC}"/>
              </a:ext>
            </a:extLst>
          </p:cNvPr>
          <p:cNvSpPr>
            <a:spLocks/>
          </p:cNvSpPr>
          <p:nvPr>
            <p:custDataLst>
              <p:tags r:id="rId44"/>
            </p:custDataLst>
          </p:nvPr>
        </p:nvSpPr>
        <p:spPr bwMode="auto">
          <a:xfrm>
            <a:off x="1552575" y="1398588"/>
            <a:ext cx="463550" cy="152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ctr">
            <a:noAutofit/>
          </a:bodyPr>
          <a:lstStyle>
            <a:lvl1pPr marL="180975" indent="-180975" algn="l" defTabSz="914354" rtl="0" eaLnBrk="1" latinLnBrk="0" hangingPunct="1">
              <a:lnSpc>
                <a:spcPct val="100000"/>
              </a:lnSpc>
              <a:spcBef>
                <a:spcPts val="12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61950" indent="-180975" algn="l" defTabSz="914354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34988" indent="-173038" algn="l" defTabSz="914354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&gt;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715963" indent="-180975" algn="l" defTabSz="914354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898525" indent="-182563" algn="l" defTabSz="914354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&gt;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474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652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829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006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3" indent="0">
              <a:spcBef>
                <a:spcPct val="0"/>
              </a:spcBef>
              <a:spcAft>
                <a:spcPct val="0"/>
              </a:spcAft>
              <a:buNone/>
            </a:pPr>
            <a:fld id="{7AB803A4-A9FF-4687-9696-CD7326686A54}" type="datetime'''''''''''''''S''''''e''''''''r''''ie''s ''2'''''''''">
              <a:rPr lang="en-US" altLang="en-US" sz="1000" smtClean="0">
                <a:solidFill>
                  <a:srgbClr val="000000"/>
                </a:solidFill>
                <a:effectLst/>
              </a:rPr>
              <a:pPr/>
              <a:t>Series 2</a:t>
            </a:fld>
            <a:endParaRPr lang="en-US" sz="1000" dirty="0">
              <a:solidFill>
                <a:srgbClr val="000000"/>
              </a:solidFill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833823991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UNDODONOTDELETE" val="0"/>
  <p:tag name="BTFPCOLUMNGUIDE" val="Visible"/>
  <p:tag name="OFFICE" val="Boston"/>
  <p:tag name="MEKKOFORMATS" val="&lt;MekkoFormats&gt;&lt;NumberFormat DecimalSeparator=&quot;.&quot; ThousandSeparator=&quot;,&quot; NegativeNumberFormat=&quot;1&quot; /&gt;&lt;DateFormat CultureID=&quot;1033&quot; FormatString=&quot;M/d/yyyy&quot; /&gt;&lt;Font&gt;&lt;Output_Font_Name Default=&quot;Arial&quot; UsePPTTheme=&quot;True&quot; /&gt;&lt;/Font&gt;&lt;/MekkoFormats&gt;"/>
  <p:tag name="THINKCELLPRESENTATIONDONOTDELETE" val="&lt;?xml version=&quot;1.0&quot; encoding=&quot;UTF-16&quot; standalone=&quot;yes&quot;?&gt;&lt;root reqver=&quot;30783&quot;&gt;&lt;version val=&quot;36978&quot;/&gt;&lt;CPresentation id=&quot;1&quot;&gt;&lt;m_precDefaultNumber&gt;&lt;m_bNumberIsYear val=&quot;1&quot;/&gt;&lt;m_chMinusSymbol&gt;-&lt;/m_chMinusSymbol&gt;&lt;m_chDecimalSymbol17909&gt;.&lt;/m_chDecimalSymbol17909&gt;&lt;m_nGroupingDigits17909 val=&quot;3&quot;/&gt;&lt;m_chGroupingSymbol17909&gt;,&lt;/m_chGroupingSymbol17909&gt;&lt;m_yearfmt&gt;&lt;begin val=&quot;0&quot;/&gt;&lt;end val=&quot;4&quot;/&gt;&lt;/m_yearfmt&gt;&lt;/m_precDefaultNumber&gt;&lt;m_precDefaultPercent&gt;&lt;m_bNumberIsYear val=&quot;1&quot;/&gt;&lt;m_chMinusSymbol&gt;-&lt;/m_chMinusSymbol&gt;&lt;m_nDecimalDigits17909 val=&quot;0&quot;/&gt;&lt;m_chDecimalSymbol17909&gt;.&lt;/m_chDecimalSymbol17909&gt;&lt;m_nGroupingDigits17909 val=&quot;3&quot;/&gt;&lt;m_chGroupingSymbol17909&gt;,&lt;/m_chGroupingSymbol17909&gt;&lt;m_strSuffix17909&gt;%&lt;/m_strSuffix17909&gt;&lt;m_yearfmt&gt;&lt;begin val=&quot;0&quot;/&gt;&lt;end val=&quot;4&quot;/&gt;&lt;/m_yearfmt&gt;&lt;/m_precDefaultPercent&gt;&lt;m_precDefaultDate&gt;&lt;m_bNumberIsYear val=&quot;0&quot;/&gt;&lt;m_strFormatTime&gt;%#m/%#d/%Y&lt;/m_strFormatTime&gt;&lt;m_yearfmt&gt;&lt;begin val=&quot;0&quot;/&gt;&lt;end val=&quot;0&quot;/&gt;&lt;/m_yearfmt&gt;&lt;/m_precDefaultDate&gt;&lt;m_precDefaultDay&gt;&lt;m_yearfmt&gt;&lt;begin val=&quot;0&quot;/&gt;&lt;end val=&quot;4&quot;/&gt;&lt;/m_yearfmt&gt;&lt;/m_precDefaultDay&gt;&lt;m_precDefaultWeek&gt;&lt;m_yearfmt&gt;&lt;begin val=&quot;0&quot;/&gt;&lt;end val=&quot;4&quot;/&gt;&lt;/m_yearfmt&gt;&lt;/m_precDefaultWeek&gt;&lt;m_precDefaultMonth&gt;&lt;m_yearfmt&gt;&lt;begin val=&quot;0&quot;/&gt;&lt;end val=&quot;4&quot;/&gt;&lt;/m_yearfmt&gt;&lt;/m_precDefaultMonth&gt;&lt;m_precDefaultQuarter&gt;&lt;m_yearfmt&gt;&lt;begin val=&quot;0&quot;/&gt;&lt;end val=&quot;4&quot;/&gt;&lt;/m_yearfmt&gt;&lt;/m_precDefaultQuarter&gt;&lt;m_precDefaultYear&gt;&lt;m_yearfmt&gt;&lt;begin val=&quot;0&quot;/&gt;&lt;end val=&quot;4&quot;/&gt;&lt;/m_yearfmt&gt;&lt;/m_precDefaultYear&gt;&lt;m_precDefaultFYDay&gt;&lt;m_yearfmt&gt;&lt;begin val=&quot;0&quot;/&gt;&lt;end val=&quot;4&quot;/&gt;&lt;/m_yearfmt&gt;&lt;/m_precDefaultFYDay&gt;&lt;m_precDefaultFYWeek&gt;&lt;m_yearfmt&gt;&lt;begin val=&quot;0&quot;/&gt;&lt;end val=&quot;4&quot;/&gt;&lt;/m_yearfmt&gt;&lt;/m_precDefaultFYWeek&gt;&lt;m_precDefaultFYMonth&gt;&lt;m_yearfmt&gt;&lt;begin val=&quot;0&quot;/&gt;&lt;end val=&quot;4&quot;/&gt;&lt;/m_yearfmt&gt;&lt;/m_precDefaultFYMonth&gt;&lt;m_precDefaultFYQuarter&gt;&lt;m_yearfmt&gt;&lt;begin val=&quot;0&quot;/&gt;&lt;end val=&quot;4&quot;/&gt;&lt;/m_yearfmt&gt;&lt;/m_precDefaultFYQuarter&gt;&lt;m_precDefaultFYYear&gt;&lt;m_yearfmt&gt;&lt;begin val=&quot;0&quot;/&gt;&lt;end val=&quot;4&quot;/&gt;&lt;/m_yearfmt&gt;&lt;/m_precDefaultFYYear&gt;&lt;m_mruColor&gt;&lt;m_vecMRU length=&quot;0&quot;/&gt;&lt;/m_mruColor&gt;&lt;m_eweekdayFirstOfWeek val=&quot;1&quot;/&gt;&lt;m_eweekdayFirstOfWorkweek val=&quot;2&quot;/&gt;&lt;m_eweekdayFirstOfWeekend val=&quot;7&quot;/&gt;&lt;/CPresentation&gt;&lt;/root&gt;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TFPLAYOUTENABLED" val="1"/>
  <p:tag name="BTFPLAYOUTCOLUMNS" val="1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3A0KjsaNnPmDFpBvDjm_6g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sTX9Xy8e1E9bFVkWzNF5Wg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biwbGtQRNZVSMlyY3NlJWA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xxLc8rx.pcouXzAU0CtimA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nisK03JyBcOb4OEyS22lBw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cK7bvqJdq4AMOIs4Q3M5Og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60SVNn64knm4G5fuS4GhrQ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qCUpQnDiHT.RvPgh1QxiA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KGzCKlqOl3L3dgiQNPG40g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6eF7WGSc7lW1146tkB9ByQ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lhVbsMlh15RuHyYV7JjxQ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4jFuoKS3kR8rIl5tL5LfdA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5Ca3ueZti7v_ZzLh7L1_Sw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LUesFZfpt_vvHCphOIyirQ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F7pJ_1nRNOjSIeaZLUOC8A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wJWAmbuFhTjSfJqgLgsJSQ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D9IA1bFniZ7atgphDXnzOw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wuPYW5eVIcf9styxXNIRpg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GBqGoKPuv.RZTWLiRs6r8A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GvKgkNhYXQoPJP5XDwtrAA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z5Bh9KSXvN6md6Vf0re9fA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.OFdlANEKz.3kI2.zULS1w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w39C06HK73YaHGBQxTADxw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Yv9A8OyN4tGTz6V5JneqRw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tkAuFu6If4_E_rdpaQla.g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rDJcdtwh5ugJskEcfil6pg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fAVYCLaIbOmKgMDj_2IHvQ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5v2PFCru_Ub3DyWHneNZMw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x_8l9uqOg79x8Feh8NESnA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vFTw1ppPLuKkuj.5zSXx6A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ZTMFRxnfbSL8PZvUaWU4sg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vabkd_rY5PGx88Gvj72_vA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BH3OnKkezFb3dniVqWgfdw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A.auIytw03c2s9MmCiDKdw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DvTadiQ737gb0OnG9.qdNQ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Ne89ikAP8lj_ZH4jBVwkjA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gjRkPdLEZ4s5rSw_mIdL2Q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Ycm_eDjU8VsKzSsAGcdEzQ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snBuQPGxEL2_3JibAxFrUA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mPcxburviO.1lbLlK1Sp.g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PXa0swqh9TuEnluRUc43xQ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JVHocicRR2FqjNQGMWdgeA"/>
</p:tagLst>
</file>

<file path=ppt/theme/theme1.xml><?xml version="1.0" encoding="utf-8"?>
<a:theme xmlns:a="http://schemas.openxmlformats.org/drawingml/2006/main" name="Bain Core">
  <a:themeElements>
    <a:clrScheme name="Bain">
      <a:dk1>
        <a:srgbClr val="000000"/>
      </a:dk1>
      <a:lt1>
        <a:srgbClr val="FFFFFF"/>
      </a:lt1>
      <a:dk2>
        <a:srgbClr val="D6D6D6"/>
      </a:dk2>
      <a:lt2>
        <a:srgbClr val="5C5C5C"/>
      </a:lt2>
      <a:accent1>
        <a:srgbClr val="B4B4B4"/>
      </a:accent1>
      <a:accent2>
        <a:srgbClr val="D6D6D6"/>
      </a:accent2>
      <a:accent3>
        <a:srgbClr val="CC0000"/>
      </a:accent3>
      <a:accent4>
        <a:srgbClr val="46647B"/>
      </a:accent4>
      <a:accent5>
        <a:srgbClr val="507867"/>
      </a:accent5>
      <a:accent6>
        <a:srgbClr val="973B74"/>
      </a:accent6>
      <a:hlink>
        <a:srgbClr val="46647B"/>
      </a:hlink>
      <a:folHlink>
        <a:srgbClr val="7891AA"/>
      </a:folHlink>
    </a:clrScheme>
    <a:fontScheme name="Arial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gray">
        <a:solidFill>
          <a:schemeClr val="bg1"/>
        </a:solidFill>
        <a:ln w="9525">
          <a:solidFill>
            <a:schemeClr val="tx1"/>
          </a:solidFill>
        </a:ln>
      </a:spPr>
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<a:prstTxWarp prst="textNoShape">
          <a:avLst/>
        </a:prstTxWarp>
        <a:noAutofit/>
      </a:bodyPr>
      <a:lstStyle>
        <a:defPPr marL="0" indent="0" algn="ctr">
          <a:buNone/>
          <a:defRPr sz="1600" dirty="0" err="1" smtClean="0">
            <a:solidFill>
              <a:schemeClr val="tx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 bwMode="gray">
        <a:ln w="9525" cap="flat">
          <a:solidFill>
            <a:schemeClr val="tx1"/>
          </a:solidFill>
          <a:miter lim="800000"/>
          <a:tailEnd type="none" w="med" len="lg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 bwMode="gray">
        <a:noFill/>
      </a:spPr>
      <a:bodyPr wrap="none" lIns="36000" tIns="36000" rIns="36000" bIns="36000" rtlCol="0">
        <a:spAutoFit/>
      </a:bodyPr>
      <a:lstStyle>
        <a:defPPr marL="0" indent="0">
          <a:buNone/>
          <a:defRPr sz="1600" dirty="0" err="1"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Bain Core On Screen Show (16_9).potx" id="{56CF97D2-A744-43CA-AE15-0214FF29DAC4}" vid="{A64E784E-EE2A-4031-BBD4-3B52B2D870FE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kument" ma:contentTypeID="0x010100ECE28C1D2031CE49B65EB9398B6665A4" ma:contentTypeVersion="16" ma:contentTypeDescription="Ein neues Dokument erstellen." ma:contentTypeScope="" ma:versionID="915be8ddf9203496dff81045837c2095">
  <xsd:schema xmlns:xsd="http://www.w3.org/2001/XMLSchema" xmlns:xs="http://www.w3.org/2001/XMLSchema" xmlns:p="http://schemas.microsoft.com/office/2006/metadata/properties" xmlns:ns2="024ef72b-9a44-443b-86c7-2b9b89248177" xmlns:ns3="df6b8441-aa16-4692-b757-547843ef6d58" xmlns:ns4="0e427f73-0d6a-4740-aee4-eea3ddf9cfe2" targetNamespace="http://schemas.microsoft.com/office/2006/metadata/properties" ma:root="true" ma:fieldsID="93e82e7d94d6100c07791c5c9fddab0b" ns2:_="" ns3:_="" ns4:_="">
    <xsd:import namespace="024ef72b-9a44-443b-86c7-2b9b89248177"/>
    <xsd:import namespace="df6b8441-aa16-4692-b757-547843ef6d58"/>
    <xsd:import namespace="0e427f73-0d6a-4740-aee4-eea3ddf9cfe2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DateTaken" minOccurs="0"/>
                <xsd:element ref="ns2:MediaServiceAutoTags" minOccurs="0"/>
                <xsd:element ref="ns2:MediaServiceLocation" minOccurs="0"/>
                <xsd:element ref="ns2:MediaServiceOCR" minOccurs="0"/>
                <xsd:element ref="ns3:SharedWithUsers" minOccurs="0"/>
                <xsd:element ref="ns3:SharedWithDetails" minOccurs="0"/>
                <xsd:element ref="ns2:MediaServiceGenerationTime" minOccurs="0"/>
                <xsd:element ref="ns2:MediaServiceEventHashCode" minOccurs="0"/>
                <xsd:element ref="ns2:MediaServiceAutoKeyPoints" minOccurs="0"/>
                <xsd:element ref="ns2:MediaServiceKeyPoints" minOccurs="0"/>
                <xsd:element ref="ns2:MediaLengthInSeconds" minOccurs="0"/>
                <xsd:element ref="ns2:lcf76f155ced4ddcb4097134ff3c332f" minOccurs="0"/>
                <xsd:element ref="ns4:TaxCatchAll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24ef72b-9a44-443b-86c7-2b9b89248177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0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1" nillable="true" ma:displayName="Tags" ma:internalName="MediaServiceAutoTags" ma:readOnly="true">
      <xsd:simpleType>
        <xsd:restriction base="dms:Text"/>
      </xsd:simpleType>
    </xsd:element>
    <xsd:element name="MediaServiceLocation" ma:index="12" nillable="true" ma:displayName="Location" ma:internalName="MediaServiceLocation" ma:readOnly="true">
      <xsd:simpleType>
        <xsd:restriction base="dms:Text"/>
      </xsd:simpleType>
    </xsd:element>
    <xsd:element name="MediaServiceOCR" ma:index="13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AutoKeyPoints" ma:index="18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9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LengthInSeconds" ma:index="20" nillable="true" ma:displayName="Length (seconds)" ma:internalName="MediaLengthInSeconds" ma:readOnly="true">
      <xsd:simpleType>
        <xsd:restriction base="dms:Unknown"/>
      </xsd:simpleType>
    </xsd:element>
    <xsd:element name="lcf76f155ced4ddcb4097134ff3c332f" ma:index="22" nillable="true" ma:taxonomy="true" ma:internalName="lcf76f155ced4ddcb4097134ff3c332f" ma:taxonomyFieldName="MediaServiceImageTags" ma:displayName="Bildmarkierungen" ma:readOnly="false" ma:fieldId="{5cf76f15-5ced-4ddc-b409-7134ff3c332f}" ma:taxonomyMulti="true" ma:sspId="4b166abb-7d38-406f-9233-2f33b10aef24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f6b8441-aa16-4692-b757-547843ef6d58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Freigegeben für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Freigegeben für - Details" ma:internalName="SharedWithDetails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e427f73-0d6a-4740-aee4-eea3ddf9cfe2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a85ec8ad-9b94-48bf-98e4-b3da507f3f23}" ma:internalName="TaxCatchAll" ma:showField="CatchAllData" ma:web="df6b8441-aa16-4692-b757-547843ef6d58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Inhaltstyp"/>
        <xsd:element ref="dc:title" minOccurs="0" maxOccurs="1" ma:index="4" ma:displayName="Titel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B38E3FDD-F0A4-4844-9D40-FD90550EE825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024ef72b-9a44-443b-86c7-2b9b89248177"/>
    <ds:schemaRef ds:uri="df6b8441-aa16-4692-b757-547843ef6d58"/>
    <ds:schemaRef ds:uri="0e427f73-0d6a-4740-aee4-eea3ddf9cfe2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AD835C2C-3CD2-40BE-BE8B-84BB9926EAC4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blank</Template>
  <TotalTime>2496</TotalTime>
  <Words>38</Words>
  <Application>Microsoft Office PowerPoint</Application>
  <PresentationFormat>Widescreen</PresentationFormat>
  <Paragraphs>36</Paragraphs>
  <Slides>1</Slides>
  <Notes>0</Notes>
  <HiddenSlides>0</HiddenSlides>
  <MMClips>0</MMClips>
  <ScaleCrop>false</ScaleCrop>
  <HeadingPairs>
    <vt:vector size="8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Bain Core</vt:lpstr>
      <vt:lpstr>think-cell Slide</vt:lpstr>
      <vt:lpstr>PowerPoint Presentation</vt:lpstr>
    </vt:vector>
  </TitlesOfParts>
  <Company>Bain and Company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Selvakumar, Varun</dc:creator>
  <cp:lastModifiedBy>Tandon, Vaibhav</cp:lastModifiedBy>
  <cp:revision>6</cp:revision>
  <cp:lastPrinted>2017-02-15T14:23:56Z</cp:lastPrinted>
  <dcterms:created xsi:type="dcterms:W3CDTF">2026-01-19T10:21:06Z</dcterms:created>
  <dcterms:modified xsi:type="dcterms:W3CDTF">2026-03-12T07:26:50Z</dcterms:modified>
</cp:coreProperties>
</file>