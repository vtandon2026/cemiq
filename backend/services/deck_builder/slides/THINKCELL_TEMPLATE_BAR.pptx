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7" r:id="rId4"/>
  </p:sldIdLst>
  <p:sldSz cx="12192000" cy="6858000"/>
  <p:notesSz cx="6797675" cy="9926638"/>
  <p:custDataLst>
    <p:tags r:id="rId5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7D299-03D9-4066-B721-A18D50FB850B}" v="1249" dt="2026-03-12T06:59:47.114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552" autoAdjust="0"/>
  </p:normalViewPr>
  <p:slideViewPr>
    <p:cSldViewPr snapToGrid="0">
      <p:cViewPr varScale="1">
        <p:scale>
          <a:sx n="81" d="100"/>
          <a:sy n="81" d="100"/>
        </p:scale>
        <p:origin x="7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don, Vaibhav" userId="4e3ae34e-51fa-4644-b1ac-63c48760b956" providerId="ADAL" clId="{D9B7D299-03D9-4066-B721-A18D50FB850B}"/>
    <pc:docChg chg="undo custSel modSld">
      <pc:chgData name="Tandon, Vaibhav" userId="4e3ae34e-51fa-4644-b1ac-63c48760b956" providerId="ADAL" clId="{D9B7D299-03D9-4066-B721-A18D50FB850B}" dt="2026-03-12T06:59:47.114" v="3058"/>
      <pc:docMkLst>
        <pc:docMk/>
      </pc:docMkLst>
      <pc:sldChg chg="addSp delSp modSp mod">
        <pc:chgData name="Tandon, Vaibhav" userId="4e3ae34e-51fa-4644-b1ac-63c48760b956" providerId="ADAL" clId="{D9B7D299-03D9-4066-B721-A18D50FB850B}" dt="2026-03-12T06:59:47.114" v="3058"/>
        <pc:sldMkLst>
          <pc:docMk/>
          <pc:sldMk cId="3351649651" sldId="257"/>
        </pc:sldMkLst>
        <pc:spChg chg="mod ord">
          <ac:chgData name="Tandon, Vaibhav" userId="4e3ae34e-51fa-4644-b1ac-63c48760b956" providerId="ADAL" clId="{D9B7D299-03D9-4066-B721-A18D50FB850B}" dt="2026-03-12T06:59:47.114" v="3047"/>
          <ac:spMkLst>
            <pc:docMk/>
            <pc:sldMk cId="3351649651" sldId="257"/>
            <ac:spMk id="2" creationId="{F908E6F5-C50B-E6CC-F5E8-365D2E756E2E}"/>
          </ac:spMkLst>
        </pc:spChg>
        <pc:spChg chg="mod">
          <ac:chgData name="Tandon, Vaibhav" userId="4e3ae34e-51fa-4644-b1ac-63c48760b956" providerId="ADAL" clId="{D9B7D299-03D9-4066-B721-A18D50FB850B}" dt="2026-03-12T06:59:47.114" v="3054"/>
          <ac:spMkLst>
            <pc:docMk/>
            <pc:sldMk cId="3351649651" sldId="257"/>
            <ac:spMk id="14" creationId="{C3984CD8-2F83-0FD2-AB73-BDA4516C9D97}"/>
          </ac:spMkLst>
        </pc:spChg>
        <pc:spChg chg="add del mod modVis">
          <ac:chgData name="Tandon, Vaibhav" userId="4e3ae34e-51fa-4644-b1ac-63c48760b956" providerId="ADAL" clId="{D9B7D299-03D9-4066-B721-A18D50FB850B}" dt="2026-03-12T06:51:50.021" v="64"/>
          <ac:spMkLst>
            <pc:docMk/>
            <pc:sldMk cId="3351649651" sldId="257"/>
            <ac:spMk id="15" creationId="{76F623B3-C667-F496-3C72-C810521E808E}"/>
          </ac:spMkLst>
        </pc:spChg>
        <pc:spChg chg="mod">
          <ac:chgData name="Tandon, Vaibhav" userId="4e3ae34e-51fa-4644-b1ac-63c48760b956" providerId="ADAL" clId="{D9B7D299-03D9-4066-B721-A18D50FB850B}" dt="2026-03-12T06:59:47.114" v="3055"/>
          <ac:spMkLst>
            <pc:docMk/>
            <pc:sldMk cId="3351649651" sldId="257"/>
            <ac:spMk id="16" creationId="{4E7C61EC-A535-FF99-CFDB-832F43221CBE}"/>
          </ac:spMkLst>
        </pc:spChg>
        <pc:spChg chg="mod">
          <ac:chgData name="Tandon, Vaibhav" userId="4e3ae34e-51fa-4644-b1ac-63c48760b956" providerId="ADAL" clId="{D9B7D299-03D9-4066-B721-A18D50FB850B}" dt="2026-03-12T06:59:47.114" v="3056"/>
          <ac:spMkLst>
            <pc:docMk/>
            <pc:sldMk cId="3351649651" sldId="257"/>
            <ac:spMk id="17" creationId="{FB5D2B99-3C43-18DD-91FE-076A9738147C}"/>
          </ac:spMkLst>
        </pc:spChg>
        <pc:spChg chg="del">
          <ac:chgData name="Tandon, Vaibhav" userId="4e3ae34e-51fa-4644-b1ac-63c48760b956" providerId="ADAL" clId="{D9B7D299-03D9-4066-B721-A18D50FB850B}" dt="2026-03-12T06:51:49.898" v="2"/>
          <ac:spMkLst>
            <pc:docMk/>
            <pc:sldMk cId="3351649651" sldId="257"/>
            <ac:spMk id="18" creationId="{60D76A06-33C8-E9A6-3AE8-139D38243564}"/>
          </ac:spMkLst>
        </pc:spChg>
        <pc:spChg chg="del">
          <ac:chgData name="Tandon, Vaibhav" userId="4e3ae34e-51fa-4644-b1ac-63c48760b956" providerId="ADAL" clId="{D9B7D299-03D9-4066-B721-A18D50FB850B}" dt="2026-03-12T06:51:49.898" v="0"/>
          <ac:spMkLst>
            <pc:docMk/>
            <pc:sldMk cId="3351649651" sldId="257"/>
            <ac:spMk id="19" creationId="{6B9058D6-7FA1-855F-B9F9-FF0675B70B2E}"/>
          </ac:spMkLst>
        </pc:spChg>
        <pc:spChg chg="del">
          <ac:chgData name="Tandon, Vaibhav" userId="4e3ae34e-51fa-4644-b1ac-63c48760b956" providerId="ADAL" clId="{D9B7D299-03D9-4066-B721-A18D50FB850B}" dt="2026-03-12T06:51:49.898" v="1"/>
          <ac:spMkLst>
            <pc:docMk/>
            <pc:sldMk cId="3351649651" sldId="257"/>
            <ac:spMk id="20" creationId="{1B42F531-51C4-E293-10D3-3E6668DA99DB}"/>
          </ac:spMkLst>
        </pc:spChg>
        <pc:spChg chg="add del mod">
          <ac:chgData name="Tandon, Vaibhav" userId="4e3ae34e-51fa-4644-b1ac-63c48760b956" providerId="ADAL" clId="{D9B7D299-03D9-4066-B721-A18D50FB850B}" dt="2026-03-12T06:52:00.823" v="110"/>
          <ac:spMkLst>
            <pc:docMk/>
            <pc:sldMk cId="3351649651" sldId="257"/>
            <ac:spMk id="21" creationId="{C6B88735-936C-6942-B90A-B1A35F96F97B}"/>
          </ac:spMkLst>
        </pc:spChg>
        <pc:spChg chg="del mod">
          <ac:chgData name="Tandon, Vaibhav" userId="4e3ae34e-51fa-4644-b1ac-63c48760b956" providerId="ADAL" clId="{D9B7D299-03D9-4066-B721-A18D50FB850B}" dt="2026-03-12T06:52:33.303" v="725"/>
          <ac:spMkLst>
            <pc:docMk/>
            <pc:sldMk cId="3351649651" sldId="257"/>
            <ac:spMk id="22" creationId="{409BF7FB-7490-0530-CBD9-0AAB4D09272B}"/>
          </ac:spMkLst>
        </pc:spChg>
        <pc:spChg chg="del mod">
          <ac:chgData name="Tandon, Vaibhav" userId="4e3ae34e-51fa-4644-b1ac-63c48760b956" providerId="ADAL" clId="{D9B7D299-03D9-4066-B721-A18D50FB850B}" dt="2026-03-12T06:52:33.305" v="727"/>
          <ac:spMkLst>
            <pc:docMk/>
            <pc:sldMk cId="3351649651" sldId="257"/>
            <ac:spMk id="23" creationId="{D8F68315-6A4B-ECA3-2C89-82B2A4A0E327}"/>
          </ac:spMkLst>
        </pc:spChg>
        <pc:spChg chg="del mod">
          <ac:chgData name="Tandon, Vaibhav" userId="4e3ae34e-51fa-4644-b1ac-63c48760b956" providerId="ADAL" clId="{D9B7D299-03D9-4066-B721-A18D50FB850B}" dt="2026-03-12T06:52:33.307" v="729"/>
          <ac:spMkLst>
            <pc:docMk/>
            <pc:sldMk cId="3351649651" sldId="257"/>
            <ac:spMk id="24" creationId="{2A6DB5A7-EE19-B2A5-5634-E046223785B4}"/>
          </ac:spMkLst>
        </pc:spChg>
        <pc:spChg chg="mod">
          <ac:chgData name="Tandon, Vaibhav" userId="4e3ae34e-51fa-4644-b1ac-63c48760b956" providerId="ADAL" clId="{D9B7D299-03D9-4066-B721-A18D50FB850B}" dt="2026-03-12T06:59:47.114" v="3049"/>
          <ac:spMkLst>
            <pc:docMk/>
            <pc:sldMk cId="3351649651" sldId="257"/>
            <ac:spMk id="25" creationId="{D6724721-CB15-7CDB-140F-CF37F6C8CCFA}"/>
          </ac:spMkLst>
        </pc:spChg>
        <pc:spChg chg="del mod">
          <ac:chgData name="Tandon, Vaibhav" userId="4e3ae34e-51fa-4644-b1ac-63c48760b956" providerId="ADAL" clId="{D9B7D299-03D9-4066-B721-A18D50FB850B}" dt="2026-03-12T06:52:30.918" v="393"/>
          <ac:spMkLst>
            <pc:docMk/>
            <pc:sldMk cId="3351649651" sldId="257"/>
            <ac:spMk id="26" creationId="{A23E7B96-BFC9-FF2D-C9A3-528EBD660F77}"/>
          </ac:spMkLst>
        </pc:spChg>
        <pc:spChg chg="del mod">
          <ac:chgData name="Tandon, Vaibhav" userId="4e3ae34e-51fa-4644-b1ac-63c48760b956" providerId="ADAL" clId="{D9B7D299-03D9-4066-B721-A18D50FB850B}" dt="2026-03-12T06:52:30.918" v="392"/>
          <ac:spMkLst>
            <pc:docMk/>
            <pc:sldMk cId="3351649651" sldId="257"/>
            <ac:spMk id="27" creationId="{41B169E9-FCA0-E26C-8865-FAE0FBDD6DD6}"/>
          </ac:spMkLst>
        </pc:spChg>
        <pc:spChg chg="del mod">
          <ac:chgData name="Tandon, Vaibhav" userId="4e3ae34e-51fa-4644-b1ac-63c48760b956" providerId="ADAL" clId="{D9B7D299-03D9-4066-B721-A18D50FB850B}" dt="2026-03-12T06:52:30.918" v="391"/>
          <ac:spMkLst>
            <pc:docMk/>
            <pc:sldMk cId="3351649651" sldId="257"/>
            <ac:spMk id="28" creationId="{D370E4A8-02EF-7D21-154F-BB12F743D908}"/>
          </ac:spMkLst>
        </pc:spChg>
        <pc:spChg chg="del mod">
          <ac:chgData name="Tandon, Vaibhav" userId="4e3ae34e-51fa-4644-b1ac-63c48760b956" providerId="ADAL" clId="{D9B7D299-03D9-4066-B721-A18D50FB850B}" dt="2026-03-12T06:52:30.918" v="390"/>
          <ac:spMkLst>
            <pc:docMk/>
            <pc:sldMk cId="3351649651" sldId="257"/>
            <ac:spMk id="29" creationId="{7D62389B-27FC-DD40-935C-0509A61602A1}"/>
          </ac:spMkLst>
        </pc:spChg>
        <pc:spChg chg="del mod">
          <ac:chgData name="Tandon, Vaibhav" userId="4e3ae34e-51fa-4644-b1ac-63c48760b956" providerId="ADAL" clId="{D9B7D299-03D9-4066-B721-A18D50FB850B}" dt="2026-03-12T06:52:30.918" v="389"/>
          <ac:spMkLst>
            <pc:docMk/>
            <pc:sldMk cId="3351649651" sldId="257"/>
            <ac:spMk id="30" creationId="{820DCECA-B148-5779-B7D5-CE9690C4F66D}"/>
          </ac:spMkLst>
        </pc:spChg>
        <pc:spChg chg="add del mod modVis">
          <ac:chgData name="Tandon, Vaibhav" userId="4e3ae34e-51fa-4644-b1ac-63c48760b956" providerId="ADAL" clId="{D9B7D299-03D9-4066-B721-A18D50FB850B}" dt="2026-03-12T06:52:00.981" v="202"/>
          <ac:spMkLst>
            <pc:docMk/>
            <pc:sldMk cId="3351649651" sldId="257"/>
            <ac:spMk id="33" creationId="{204D18B0-5528-F70D-D70B-64645817662B}"/>
          </ac:spMkLst>
        </pc:spChg>
        <pc:spChg chg="add del mod modVis">
          <ac:chgData name="Tandon, Vaibhav" userId="4e3ae34e-51fa-4644-b1ac-63c48760b956" providerId="ADAL" clId="{D9B7D299-03D9-4066-B721-A18D50FB850B}" dt="2026-03-12T06:52:12.356" v="331"/>
          <ac:spMkLst>
            <pc:docMk/>
            <pc:sldMk cId="3351649651" sldId="257"/>
            <ac:spMk id="35" creationId="{9FB48A23-F97D-F855-634D-4F14C802D8BE}"/>
          </ac:spMkLst>
        </pc:spChg>
        <pc:spChg chg="add del mod modVis">
          <ac:chgData name="Tandon, Vaibhav" userId="4e3ae34e-51fa-4644-b1ac-63c48760b956" providerId="ADAL" clId="{D9B7D299-03D9-4066-B721-A18D50FB850B}" dt="2026-03-12T06:52:33.496" v="754"/>
          <ac:spMkLst>
            <pc:docMk/>
            <pc:sldMk cId="3351649651" sldId="257"/>
            <ac:spMk id="37" creationId="{31E22F48-5479-783B-CAD6-2D612208A1D6}"/>
          </ac:spMkLst>
        </pc:spChg>
        <pc:spChg chg="add del mod">
          <ac:chgData name="Tandon, Vaibhav" userId="4e3ae34e-51fa-4644-b1ac-63c48760b956" providerId="ADAL" clId="{D9B7D299-03D9-4066-B721-A18D50FB850B}" dt="2026-03-12T06:52:34.870" v="919"/>
          <ac:spMkLst>
            <pc:docMk/>
            <pc:sldMk cId="3351649651" sldId="257"/>
            <ac:spMk id="38" creationId="{4774C47D-27FC-E504-ABF8-740CE8200828}"/>
          </ac:spMkLst>
        </pc:spChg>
        <pc:spChg chg="add del mod">
          <ac:chgData name="Tandon, Vaibhav" userId="4e3ae34e-51fa-4644-b1ac-63c48760b956" providerId="ADAL" clId="{D9B7D299-03D9-4066-B721-A18D50FB850B}" dt="2026-03-12T06:52:34.869" v="918"/>
          <ac:spMkLst>
            <pc:docMk/>
            <pc:sldMk cId="3351649651" sldId="257"/>
            <ac:spMk id="39" creationId="{A983116B-0F07-CBD6-7711-10720ECC16EF}"/>
          </ac:spMkLst>
        </pc:spChg>
        <pc:spChg chg="add del mod">
          <ac:chgData name="Tandon, Vaibhav" userId="4e3ae34e-51fa-4644-b1ac-63c48760b956" providerId="ADAL" clId="{D9B7D299-03D9-4066-B721-A18D50FB850B}" dt="2026-03-12T06:52:34.868" v="917"/>
          <ac:spMkLst>
            <pc:docMk/>
            <pc:sldMk cId="3351649651" sldId="257"/>
            <ac:spMk id="40" creationId="{97439205-F839-A1BB-CB34-1D29C19CDFF4}"/>
          </ac:spMkLst>
        </pc:spChg>
        <pc:spChg chg="add del mod">
          <ac:chgData name="Tandon, Vaibhav" userId="4e3ae34e-51fa-4644-b1ac-63c48760b956" providerId="ADAL" clId="{D9B7D299-03D9-4066-B721-A18D50FB850B}" dt="2026-03-12T06:52:34.868" v="916"/>
          <ac:spMkLst>
            <pc:docMk/>
            <pc:sldMk cId="3351649651" sldId="257"/>
            <ac:spMk id="41" creationId="{4909A33A-3989-3137-4AB0-18252CCFEF98}"/>
          </ac:spMkLst>
        </pc:spChg>
        <pc:spChg chg="add del mod">
          <ac:chgData name="Tandon, Vaibhav" userId="4e3ae34e-51fa-4644-b1ac-63c48760b956" providerId="ADAL" clId="{D9B7D299-03D9-4066-B721-A18D50FB850B}" dt="2026-03-12T06:52:34.867" v="915"/>
          <ac:spMkLst>
            <pc:docMk/>
            <pc:sldMk cId="3351649651" sldId="257"/>
            <ac:spMk id="42" creationId="{AA1D8FF5-9DE7-8F64-AED3-6F288135958A}"/>
          </ac:spMkLst>
        </pc:spChg>
        <pc:spChg chg="add del mod">
          <ac:chgData name="Tandon, Vaibhav" userId="4e3ae34e-51fa-4644-b1ac-63c48760b956" providerId="ADAL" clId="{D9B7D299-03D9-4066-B721-A18D50FB850B}" dt="2026-03-12T06:52:34.866" v="914"/>
          <ac:spMkLst>
            <pc:docMk/>
            <pc:sldMk cId="3351649651" sldId="257"/>
            <ac:spMk id="43" creationId="{5D4102C5-26AA-7DFF-0FCD-E1002BC0FA66}"/>
          </ac:spMkLst>
        </pc:spChg>
        <pc:spChg chg="add del mod modVis">
          <ac:chgData name="Tandon, Vaibhav" userId="4e3ae34e-51fa-4644-b1ac-63c48760b956" providerId="ADAL" clId="{D9B7D299-03D9-4066-B721-A18D50FB850B}" dt="2026-03-12T06:52:37.109" v="1249"/>
          <ac:spMkLst>
            <pc:docMk/>
            <pc:sldMk cId="3351649651" sldId="257"/>
            <ac:spMk id="45" creationId="{4D3263F5-1426-0FC2-654A-5702E95BB23E}"/>
          </ac:spMkLst>
        </pc:spChg>
        <pc:spChg chg="add del mod">
          <ac:chgData name="Tandon, Vaibhav" userId="4e3ae34e-51fa-4644-b1ac-63c48760b956" providerId="ADAL" clId="{D9B7D299-03D9-4066-B721-A18D50FB850B}" dt="2026-03-12T06:52:39.934" v="1310"/>
          <ac:spMkLst>
            <pc:docMk/>
            <pc:sldMk cId="3351649651" sldId="257"/>
            <ac:spMk id="46" creationId="{66A30BEA-0BFE-1A6B-99D6-A89E644451F8}"/>
          </ac:spMkLst>
        </pc:spChg>
        <pc:spChg chg="add del mod">
          <ac:chgData name="Tandon, Vaibhav" userId="4e3ae34e-51fa-4644-b1ac-63c48760b956" providerId="ADAL" clId="{D9B7D299-03D9-4066-B721-A18D50FB850B}" dt="2026-03-12T06:52:39.934" v="1311"/>
          <ac:spMkLst>
            <pc:docMk/>
            <pc:sldMk cId="3351649651" sldId="257"/>
            <ac:spMk id="47" creationId="{EB94252B-5799-5075-8B68-A8256BF65118}"/>
          </ac:spMkLst>
        </pc:spChg>
        <pc:spChg chg="add del mod">
          <ac:chgData name="Tandon, Vaibhav" userId="4e3ae34e-51fa-4644-b1ac-63c48760b956" providerId="ADAL" clId="{D9B7D299-03D9-4066-B721-A18D50FB850B}" dt="2026-03-12T06:52:39.934" v="1312"/>
          <ac:spMkLst>
            <pc:docMk/>
            <pc:sldMk cId="3351649651" sldId="257"/>
            <ac:spMk id="48" creationId="{B963F815-7887-68E9-C3F6-CB48F9B2770D}"/>
          </ac:spMkLst>
        </pc:spChg>
        <pc:spChg chg="add mod">
          <ac:chgData name="Tandon, Vaibhav" userId="4e3ae34e-51fa-4644-b1ac-63c48760b956" providerId="ADAL" clId="{D9B7D299-03D9-4066-B721-A18D50FB850B}" dt="2026-03-12T06:59:47.114" v="3050"/>
          <ac:spMkLst>
            <pc:docMk/>
            <pc:sldMk cId="3351649651" sldId="257"/>
            <ac:spMk id="49" creationId="{74FF7F02-750F-15B5-2D3E-2677828A3491}"/>
          </ac:spMkLst>
        </pc:spChg>
        <pc:spChg chg="add mod">
          <ac:chgData name="Tandon, Vaibhav" userId="4e3ae34e-51fa-4644-b1ac-63c48760b956" providerId="ADAL" clId="{D9B7D299-03D9-4066-B721-A18D50FB850B}" dt="2026-03-12T06:59:47.114" v="3051"/>
          <ac:spMkLst>
            <pc:docMk/>
            <pc:sldMk cId="3351649651" sldId="257"/>
            <ac:spMk id="50" creationId="{39B09300-4F71-4C17-73A5-8D9318F1FF91}"/>
          </ac:spMkLst>
        </pc:spChg>
        <pc:spChg chg="add mod">
          <ac:chgData name="Tandon, Vaibhav" userId="4e3ae34e-51fa-4644-b1ac-63c48760b956" providerId="ADAL" clId="{D9B7D299-03D9-4066-B721-A18D50FB850B}" dt="2026-03-12T06:59:47.114" v="3052"/>
          <ac:spMkLst>
            <pc:docMk/>
            <pc:sldMk cId="3351649651" sldId="257"/>
            <ac:spMk id="51" creationId="{759777B8-58A4-A808-D154-CEC9359FE0F7}"/>
          </ac:spMkLst>
        </pc:spChg>
        <pc:spChg chg="add mod">
          <ac:chgData name="Tandon, Vaibhav" userId="4e3ae34e-51fa-4644-b1ac-63c48760b956" providerId="ADAL" clId="{D9B7D299-03D9-4066-B721-A18D50FB850B}" dt="2026-03-12T06:59:47.114" v="3053"/>
          <ac:spMkLst>
            <pc:docMk/>
            <pc:sldMk cId="3351649651" sldId="257"/>
            <ac:spMk id="52" creationId="{2BF6EFB9-B12D-7DCB-AB31-E244B4A10C97}"/>
          </ac:spMkLst>
        </pc:spChg>
        <pc:spChg chg="add del mod">
          <ac:chgData name="Tandon, Vaibhav" userId="4e3ae34e-51fa-4644-b1ac-63c48760b956" providerId="ADAL" clId="{D9B7D299-03D9-4066-B721-A18D50FB850B}" dt="2026-03-12T06:52:39.934" v="1305"/>
          <ac:spMkLst>
            <pc:docMk/>
            <pc:sldMk cId="3351649651" sldId="257"/>
            <ac:spMk id="53" creationId="{7E5B2B7C-A430-889A-E397-8AAE0DD21817}"/>
          </ac:spMkLst>
        </pc:spChg>
        <pc:spChg chg="add del mod modVis">
          <ac:chgData name="Tandon, Vaibhav" userId="4e3ae34e-51fa-4644-b1ac-63c48760b956" providerId="ADAL" clId="{D9B7D299-03D9-4066-B721-A18D50FB850B}" dt="2026-03-12T06:52:39.996" v="1334"/>
          <ac:spMkLst>
            <pc:docMk/>
            <pc:sldMk cId="3351649651" sldId="257"/>
            <ac:spMk id="55" creationId="{47EFD5AA-61A0-AD2F-64E9-F52A0D7B3E8B}"/>
          </ac:spMkLst>
        </pc:spChg>
        <pc:spChg chg="add del mod modVis">
          <ac:chgData name="Tandon, Vaibhav" userId="4e3ae34e-51fa-4644-b1ac-63c48760b956" providerId="ADAL" clId="{D9B7D299-03D9-4066-B721-A18D50FB850B}" dt="2026-03-12T06:56:01.952" v="1748"/>
          <ac:spMkLst>
            <pc:docMk/>
            <pc:sldMk cId="3351649651" sldId="257"/>
            <ac:spMk id="60" creationId="{9BFFCDB6-5397-DFF1-B99E-FB8F06ADD552}"/>
          </ac:spMkLst>
        </pc:spChg>
        <pc:spChg chg="add mod ord">
          <ac:chgData name="Tandon, Vaibhav" userId="4e3ae34e-51fa-4644-b1ac-63c48760b956" providerId="ADAL" clId="{D9B7D299-03D9-4066-B721-A18D50FB850B}" dt="2026-03-12T06:56:01.952" v="1748"/>
          <ac:spMkLst>
            <pc:docMk/>
            <pc:sldMk cId="3351649651" sldId="257"/>
            <ac:spMk id="61" creationId="{C5549F28-CA36-1257-45AF-C4900762831C}"/>
          </ac:spMkLst>
        </pc:spChg>
        <pc:spChg chg="add del mod modVis">
          <ac:chgData name="Tandon, Vaibhav" userId="4e3ae34e-51fa-4644-b1ac-63c48760b956" providerId="ADAL" clId="{D9B7D299-03D9-4066-B721-A18D50FB850B}" dt="2026-03-12T06:56:07.211" v="2067"/>
          <ac:spMkLst>
            <pc:docMk/>
            <pc:sldMk cId="3351649651" sldId="257"/>
            <ac:spMk id="66" creationId="{B7951A17-BCC6-B9D1-379A-86B1DDAC2AC6}"/>
          </ac:spMkLst>
        </pc:spChg>
        <pc:spChg chg="add mod ord">
          <ac:chgData name="Tandon, Vaibhav" userId="4e3ae34e-51fa-4644-b1ac-63c48760b956" providerId="ADAL" clId="{D9B7D299-03D9-4066-B721-A18D50FB850B}" dt="2026-03-12T06:56:07.211" v="2067"/>
          <ac:spMkLst>
            <pc:docMk/>
            <pc:sldMk cId="3351649651" sldId="257"/>
            <ac:spMk id="67" creationId="{9F8B4740-38F7-1464-9CE8-8BE2CE7D56B5}"/>
          </ac:spMkLst>
        </pc:spChg>
        <pc:spChg chg="add del mod modVis">
          <ac:chgData name="Tandon, Vaibhav" userId="4e3ae34e-51fa-4644-b1ac-63c48760b956" providerId="ADAL" clId="{D9B7D299-03D9-4066-B721-A18D50FB850B}" dt="2026-03-12T06:56:12.420" v="2245"/>
          <ac:spMkLst>
            <pc:docMk/>
            <pc:sldMk cId="3351649651" sldId="257"/>
            <ac:spMk id="71" creationId="{2F60EBCB-F89B-AFDA-83AD-B68394629473}"/>
          </ac:spMkLst>
        </pc:spChg>
        <pc:spChg chg="add del mod modVis">
          <ac:chgData name="Tandon, Vaibhav" userId="4e3ae34e-51fa-4644-b1ac-63c48760b956" providerId="ADAL" clId="{D9B7D299-03D9-4066-B721-A18D50FB850B}" dt="2026-03-12T06:56:34.404" v="2499"/>
          <ac:spMkLst>
            <pc:docMk/>
            <pc:sldMk cId="3351649651" sldId="257"/>
            <ac:spMk id="74" creationId="{0933B730-7768-9BF3-EA8B-0B72FB68F982}"/>
          </ac:spMkLst>
        </pc:spChg>
        <pc:spChg chg="add mod">
          <ac:chgData name="Tandon, Vaibhav" userId="4e3ae34e-51fa-4644-b1ac-63c48760b956" providerId="ADAL" clId="{D9B7D299-03D9-4066-B721-A18D50FB850B}" dt="2026-03-12T06:56:34.404" v="2499"/>
          <ac:spMkLst>
            <pc:docMk/>
            <pc:sldMk cId="3351649651" sldId="257"/>
            <ac:spMk id="75" creationId="{4FBF1B7F-CFCB-13F5-08E3-25B956C022E4}"/>
          </ac:spMkLst>
        </pc:spChg>
        <pc:spChg chg="add mod ord">
          <ac:chgData name="Tandon, Vaibhav" userId="4e3ae34e-51fa-4644-b1ac-63c48760b956" providerId="ADAL" clId="{D9B7D299-03D9-4066-B721-A18D50FB850B}" dt="2026-03-12T06:56:34.404" v="2499"/>
          <ac:spMkLst>
            <pc:docMk/>
            <pc:sldMk cId="3351649651" sldId="257"/>
            <ac:spMk id="77" creationId="{7EA2ED25-D46F-5E63-676C-80B217CCA3D8}"/>
          </ac:spMkLst>
        </pc:spChg>
        <pc:spChg chg="add del mod modVis">
          <ac:chgData name="Tandon, Vaibhav" userId="4e3ae34e-51fa-4644-b1ac-63c48760b956" providerId="ADAL" clId="{D9B7D299-03D9-4066-B721-A18D50FB850B}" dt="2026-03-12T06:58:14.248" v="2570"/>
          <ac:spMkLst>
            <pc:docMk/>
            <pc:sldMk cId="3351649651" sldId="257"/>
            <ac:spMk id="78" creationId="{A0F85AC0-AD94-F59B-F9CC-43721420B71E}"/>
          </ac:spMkLst>
        </pc:spChg>
        <pc:spChg chg="add del mod modVis">
          <ac:chgData name="Tandon, Vaibhav" userId="4e3ae34e-51fa-4644-b1ac-63c48760b956" providerId="ADAL" clId="{D9B7D299-03D9-4066-B721-A18D50FB850B}" dt="2026-03-12T06:58:17.410" v="2690"/>
          <ac:spMkLst>
            <pc:docMk/>
            <pc:sldMk cId="3351649651" sldId="257"/>
            <ac:spMk id="79" creationId="{365E3253-44B9-A280-3CB3-08706A2D1EDD}"/>
          </ac:spMkLst>
        </pc:spChg>
        <pc:spChg chg="add del mod">
          <ac:chgData name="Tandon, Vaibhav" userId="4e3ae34e-51fa-4644-b1ac-63c48760b956" providerId="ADAL" clId="{D9B7D299-03D9-4066-B721-A18D50FB850B}" dt="2026-03-12T06:58:25.668" v="2790"/>
          <ac:spMkLst>
            <pc:docMk/>
            <pc:sldMk cId="3351649651" sldId="257"/>
            <ac:spMk id="81" creationId="{4C2CBD5A-C869-86CB-7AF3-10E4003A135F}"/>
          </ac:spMkLst>
        </pc:spChg>
        <pc:spChg chg="add del mod modVis">
          <ac:chgData name="Tandon, Vaibhav" userId="4e3ae34e-51fa-4644-b1ac-63c48760b956" providerId="ADAL" clId="{D9B7D299-03D9-4066-B721-A18D50FB850B}" dt="2026-03-12T06:58:23.229" v="2787"/>
          <ac:spMkLst>
            <pc:docMk/>
            <pc:sldMk cId="3351649651" sldId="257"/>
            <ac:spMk id="82" creationId="{7C2A3061-CDE5-2356-2598-38273AA65783}"/>
          </ac:spMkLst>
        </pc:spChg>
        <pc:spChg chg="add del mod modVis">
          <ac:chgData name="Tandon, Vaibhav" userId="4e3ae34e-51fa-4644-b1ac-63c48760b956" providerId="ADAL" clId="{D9B7D299-03D9-4066-B721-A18D50FB850B}" dt="2026-03-12T06:58:29.794" v="2854"/>
          <ac:spMkLst>
            <pc:docMk/>
            <pc:sldMk cId="3351649651" sldId="257"/>
            <ac:spMk id="85" creationId="{2BD9CE49-AE58-DC98-E594-2CC7AFF449AE}"/>
          </ac:spMkLst>
        </pc:spChg>
        <pc:spChg chg="add del mod modVis">
          <ac:chgData name="Tandon, Vaibhav" userId="4e3ae34e-51fa-4644-b1ac-63c48760b956" providerId="ADAL" clId="{D9B7D299-03D9-4066-B721-A18D50FB850B}" dt="2026-03-12T06:58:36.369" v="2929"/>
          <ac:spMkLst>
            <pc:docMk/>
            <pc:sldMk cId="3351649651" sldId="257"/>
            <ac:spMk id="87" creationId="{E9C81F03-2DBE-CFB0-A007-FD716E786676}"/>
          </ac:spMkLst>
        </pc:spChg>
        <pc:spChg chg="add del mod">
          <ac:chgData name="Tandon, Vaibhav" userId="4e3ae34e-51fa-4644-b1ac-63c48760b956" providerId="ADAL" clId="{D9B7D299-03D9-4066-B721-A18D50FB850B}" dt="2026-03-12T06:59:47.032" v="3032"/>
          <ac:spMkLst>
            <pc:docMk/>
            <pc:sldMk cId="3351649651" sldId="257"/>
            <ac:spMk id="89" creationId="{E98A52C5-44DA-1B01-0053-BDFB6A74C168}"/>
          </ac:spMkLst>
        </pc:spChg>
        <pc:spChg chg="add del mod modVis">
          <ac:chgData name="Tandon, Vaibhav" userId="4e3ae34e-51fa-4644-b1ac-63c48760b956" providerId="ADAL" clId="{D9B7D299-03D9-4066-B721-A18D50FB850B}" dt="2026-03-12T06:59:32.685" v="3028"/>
          <ac:spMkLst>
            <pc:docMk/>
            <pc:sldMk cId="3351649651" sldId="257"/>
            <ac:spMk id="90" creationId="{689A7EBF-9342-1285-DB83-2C22CEADFDB0}"/>
          </ac:spMkLst>
        </pc:spChg>
        <pc:grpChg chg="mod">
          <ac:chgData name="Tandon, Vaibhav" userId="4e3ae34e-51fa-4644-b1ac-63c48760b956" providerId="ADAL" clId="{D9B7D299-03D9-4066-B721-A18D50FB850B}" dt="2026-03-12T06:59:47.114" v="3045"/>
          <ac:grpSpMkLst>
            <pc:docMk/>
            <pc:sldMk cId="3351649651" sldId="257"/>
            <ac:grpSpMk id="11" creationId="{09C53900-56A5-5AC1-9114-50C18F748ADC}"/>
          </ac:grpSpMkLst>
        </pc:grpChg>
        <pc:grpChg chg="mod">
          <ac:chgData name="Tandon, Vaibhav" userId="4e3ae34e-51fa-4644-b1ac-63c48760b956" providerId="ADAL" clId="{D9B7D299-03D9-4066-B721-A18D50FB850B}" dt="2026-03-12T06:59:47.114" v="3044"/>
          <ac:grpSpMkLst>
            <pc:docMk/>
            <pc:sldMk cId="3351649651" sldId="257"/>
            <ac:grpSpMk id="12" creationId="{9C1ED83C-75A3-66B2-96C1-E1C373FC2EB0}"/>
          </ac:grpSpMkLst>
        </pc:grpChg>
        <pc:graphicFrameChg chg="mod">
          <ac:chgData name="Tandon, Vaibhav" userId="4e3ae34e-51fa-4644-b1ac-63c48760b956" providerId="ADAL" clId="{D9B7D299-03D9-4066-B721-A18D50FB850B}" dt="2026-03-12T06:59:47.114" v="3058"/>
          <ac:graphicFrameMkLst>
            <pc:docMk/>
            <pc:sldMk cId="3351649651" sldId="257"/>
            <ac:graphicFrameMk id="13" creationId="{73D58F7C-8AD8-9654-D896-7AC78BC4720A}"/>
          </ac:graphicFrameMkLst>
        </pc:graphicFrameChg>
        <pc:graphicFrameChg chg="add mod">
          <ac:chgData name="Tandon, Vaibhav" userId="4e3ae34e-51fa-4644-b1ac-63c48760b956" providerId="ADAL" clId="{D9B7D299-03D9-4066-B721-A18D50FB850B}" dt="2026-03-12T06:51:57.879" v="105" actId="1076"/>
          <ac:graphicFrameMkLst>
            <pc:docMk/>
            <pc:sldMk cId="3351649651" sldId="257"/>
            <ac:graphicFrameMk id="31" creationId="{82792A33-08ED-3981-9C60-D90CF4A07CE4}"/>
          </ac:graphicFrameMkLst>
        </pc:graphicFrameChg>
        <pc:graphicFrameChg chg="add del">
          <ac:chgData name="Tandon, Vaibhav" userId="4e3ae34e-51fa-4644-b1ac-63c48760b956" providerId="ADAL" clId="{D9B7D299-03D9-4066-B721-A18D50FB850B}" dt="2026-03-12T06:52:00.917" v="178"/>
          <ac:graphicFrameMkLst>
            <pc:docMk/>
            <pc:sldMk cId="3351649651" sldId="257"/>
            <ac:graphicFrameMk id="32" creationId="{917F75B2-70D1-728E-1BFC-BECC9F5A532D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2:12.292" v="307"/>
          <ac:graphicFrameMkLst>
            <pc:docMk/>
            <pc:sldMk cId="3351649651" sldId="257"/>
            <ac:graphicFrameMk id="34" creationId="{648AEAE1-6D90-1610-AF50-2C695EAB6B73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2:33.315" v="732"/>
          <ac:graphicFrameMkLst>
            <pc:docMk/>
            <pc:sldMk cId="3351649651" sldId="257"/>
            <ac:graphicFrameMk id="36" creationId="{FA3852AE-BE4E-CB3A-4E6E-C04FB1807B31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2:36.914" v="1225"/>
          <ac:graphicFrameMkLst>
            <pc:docMk/>
            <pc:sldMk cId="3351649651" sldId="257"/>
            <ac:graphicFrameMk id="44" creationId="{0C9D2C61-0F14-46A6-C8F8-321F7DA96DDA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2:39.934" v="1314"/>
          <ac:graphicFrameMkLst>
            <pc:docMk/>
            <pc:sldMk cId="3351649651" sldId="257"/>
            <ac:graphicFrameMk id="54" creationId="{FB5A284B-41FD-F83D-69AD-AE8F1885E3FD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3:07.813" v="1342"/>
          <ac:graphicFrameMkLst>
            <pc:docMk/>
            <pc:sldMk cId="3351649651" sldId="257"/>
            <ac:graphicFrameMk id="56" creationId="{E5C2027B-D899-F192-3354-B967F37FC61C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3:13.046" v="1364"/>
          <ac:graphicFrameMkLst>
            <pc:docMk/>
            <pc:sldMk cId="3351649651" sldId="257"/>
            <ac:graphicFrameMk id="57" creationId="{9687F911-3566-4FF4-51C7-58CFCA985DE9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8:17.360" v="2670"/>
          <ac:graphicFrameMkLst>
            <pc:docMk/>
            <pc:sldMk cId="3351649651" sldId="257"/>
            <ac:graphicFrameMk id="58" creationId="{B0E52C90-FE89-750B-B94C-45A8953A252C}"/>
          </ac:graphicFrameMkLst>
        </pc:graphicFrameChg>
        <pc:graphicFrameChg chg="add mod">
          <ac:chgData name="Tandon, Vaibhav" userId="4e3ae34e-51fa-4644-b1ac-63c48760b956" providerId="ADAL" clId="{D9B7D299-03D9-4066-B721-A18D50FB850B}" dt="2026-03-12T06:55:53.204" v="1412"/>
          <ac:graphicFrameMkLst>
            <pc:docMk/>
            <pc:sldMk cId="3351649651" sldId="257"/>
            <ac:graphicFrameMk id="59" creationId="{E4C08E00-B114-4408-123F-186A677D688D}"/>
          </ac:graphicFrameMkLst>
        </pc:graphicFrameChg>
        <pc:graphicFrameChg chg="add mod">
          <ac:chgData name="Tandon, Vaibhav" userId="4e3ae34e-51fa-4644-b1ac-63c48760b956" providerId="ADAL" clId="{D9B7D299-03D9-4066-B721-A18D50FB850B}" dt="2026-03-12T06:56:01.952" v="1748"/>
          <ac:graphicFrameMkLst>
            <pc:docMk/>
            <pc:sldMk cId="3351649651" sldId="257"/>
            <ac:graphicFrameMk id="65" creationId="{E5DFB653-F178-A256-F20E-33A50F5F2E4B}"/>
          </ac:graphicFrameMkLst>
        </pc:graphicFrameChg>
        <pc:graphicFrameChg chg="add mod">
          <ac:chgData name="Tandon, Vaibhav" userId="4e3ae34e-51fa-4644-b1ac-63c48760b956" providerId="ADAL" clId="{D9B7D299-03D9-4066-B721-A18D50FB850B}" dt="2026-03-12T06:56:34.340" v="2438" actId="1076"/>
          <ac:graphicFrameMkLst>
            <pc:docMk/>
            <pc:sldMk cId="3351649651" sldId="257"/>
            <ac:graphicFrameMk id="76" creationId="{A3D5A063-7F22-75C6-3560-805F2B886A11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8:23.166" v="2766"/>
          <ac:graphicFrameMkLst>
            <pc:docMk/>
            <pc:sldMk cId="3351649651" sldId="257"/>
            <ac:graphicFrameMk id="80" creationId="{3E164967-D08E-ED6B-18FB-276AAA7083D4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8:25.668" v="2792"/>
          <ac:graphicFrameMkLst>
            <pc:docMk/>
            <pc:sldMk cId="3351649651" sldId="257"/>
            <ac:graphicFrameMk id="83" creationId="{3EC27F82-46CC-7442-A1B9-D7E963E24F99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8:29.730" v="2834"/>
          <ac:graphicFrameMkLst>
            <pc:docMk/>
            <pc:sldMk cId="3351649651" sldId="257"/>
            <ac:graphicFrameMk id="84" creationId="{B14393CC-8DB9-B85D-DE09-B05CC9760456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8:36.289" v="2909"/>
          <ac:graphicFrameMkLst>
            <pc:docMk/>
            <pc:sldMk cId="3351649651" sldId="257"/>
            <ac:graphicFrameMk id="86" creationId="{200D2082-5889-24E5-89A9-DAE9E7678E35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9:32.622" v="3007"/>
          <ac:graphicFrameMkLst>
            <pc:docMk/>
            <pc:sldMk cId="3351649651" sldId="257"/>
            <ac:graphicFrameMk id="88" creationId="{1AFB2428-20A9-0714-7D4D-A32CA65F43D9}"/>
          </ac:graphicFrameMkLst>
        </pc:graphicFrameChg>
        <pc:graphicFrameChg chg="add del mod">
          <ac:chgData name="Tandon, Vaibhav" userId="4e3ae34e-51fa-4644-b1ac-63c48760b956" providerId="ADAL" clId="{D9B7D299-03D9-4066-B721-A18D50FB850B}" dt="2026-03-12T06:59:47.067" v="3038"/>
          <ac:graphicFrameMkLst>
            <pc:docMk/>
            <pc:sldMk cId="3351649651" sldId="257"/>
            <ac:graphicFrameMk id="91" creationId="{E9D508EC-FFC4-22E0-8663-D8743C4E07ED}"/>
          </ac:graphicFrameMkLst>
        </pc:graphicFrameChg>
        <pc:graphicFrameChg chg="add mod">
          <ac:chgData name="Tandon, Vaibhav" userId="4e3ae34e-51fa-4644-b1ac-63c48760b956" providerId="ADAL" clId="{D9B7D299-03D9-4066-B721-A18D50FB850B}" dt="2026-03-12T06:59:47.114" v="3048"/>
          <ac:graphicFrameMkLst>
            <pc:docMk/>
            <pc:sldMk cId="3351649651" sldId="257"/>
            <ac:graphicFrameMk id="92" creationId="{7B946FFA-5433-72FF-D976-FF241BD54C46}"/>
          </ac:graphicFrameMkLst>
        </pc:graphicFrameChg>
        <pc:cxnChg chg="add mod ord">
          <ac:chgData name="Tandon, Vaibhav" userId="4e3ae34e-51fa-4644-b1ac-63c48760b956" providerId="ADAL" clId="{D9B7D299-03D9-4066-B721-A18D50FB850B}" dt="2026-03-12T06:56:01.858" v="1671" actId="13822"/>
          <ac:cxnSpMkLst>
            <pc:docMk/>
            <pc:sldMk cId="3351649651" sldId="257"/>
            <ac:cxnSpMk id="62" creationId="{83EF165F-8FCA-3DD3-0FC6-0077CD9CB52C}"/>
          </ac:cxnSpMkLst>
        </pc:cxnChg>
        <pc:cxnChg chg="add mod ord">
          <ac:chgData name="Tandon, Vaibhav" userId="4e3ae34e-51fa-4644-b1ac-63c48760b956" providerId="ADAL" clId="{D9B7D299-03D9-4066-B721-A18D50FB850B}" dt="2026-03-12T06:56:01.847" v="1661" actId="13822"/>
          <ac:cxnSpMkLst>
            <pc:docMk/>
            <pc:sldMk cId="3351649651" sldId="257"/>
            <ac:cxnSpMk id="63" creationId="{24B89473-E6B7-E0C4-D438-596ED049F437}"/>
          </ac:cxnSpMkLst>
        </pc:cxnChg>
        <pc:cxnChg chg="add mod ord">
          <ac:chgData name="Tandon, Vaibhav" userId="4e3ae34e-51fa-4644-b1ac-63c48760b956" providerId="ADAL" clId="{D9B7D299-03D9-4066-B721-A18D50FB850B}" dt="2026-03-12T06:56:01.952" v="1748"/>
          <ac:cxnSpMkLst>
            <pc:docMk/>
            <pc:sldMk cId="3351649651" sldId="257"/>
            <ac:cxnSpMk id="64" creationId="{7C8A809E-5A2F-2A66-19D4-5D2CE0EDE9D1}"/>
          </ac:cxnSpMkLst>
        </pc:cxnChg>
        <pc:cxnChg chg="add mod ord">
          <ac:chgData name="Tandon, Vaibhav" userId="4e3ae34e-51fa-4644-b1ac-63c48760b956" providerId="ADAL" clId="{D9B7D299-03D9-4066-B721-A18D50FB850B}" dt="2026-03-12T06:56:07.211" v="2067"/>
          <ac:cxnSpMkLst>
            <pc:docMk/>
            <pc:sldMk cId="3351649651" sldId="257"/>
            <ac:cxnSpMk id="68" creationId="{03C215A2-559E-8912-D9F7-1FCAE44CF685}"/>
          </ac:cxnSpMkLst>
        </pc:cxnChg>
        <pc:cxnChg chg="add mod ord">
          <ac:chgData name="Tandon, Vaibhav" userId="4e3ae34e-51fa-4644-b1ac-63c48760b956" providerId="ADAL" clId="{D9B7D299-03D9-4066-B721-A18D50FB850B}" dt="2026-03-12T06:56:07.211" v="2067"/>
          <ac:cxnSpMkLst>
            <pc:docMk/>
            <pc:sldMk cId="3351649651" sldId="257"/>
            <ac:cxnSpMk id="69" creationId="{6F58BCC1-5E2A-38E1-F0E5-70597BD8C4C2}"/>
          </ac:cxnSpMkLst>
        </pc:cxnChg>
        <pc:cxnChg chg="add mod ord">
          <ac:chgData name="Tandon, Vaibhav" userId="4e3ae34e-51fa-4644-b1ac-63c48760b956" providerId="ADAL" clId="{D9B7D299-03D9-4066-B721-A18D50FB850B}" dt="2026-03-12T06:56:07.211" v="2067"/>
          <ac:cxnSpMkLst>
            <pc:docMk/>
            <pc:sldMk cId="3351649651" sldId="257"/>
            <ac:cxnSpMk id="70" creationId="{0DBCE6D2-E7CA-91DE-74EB-2F2E816FCD73}"/>
          </ac:cxnSpMkLst>
        </pc:cxnChg>
        <pc:cxnChg chg="add mod ord">
          <ac:chgData name="Tandon, Vaibhav" userId="4e3ae34e-51fa-4644-b1ac-63c48760b956" providerId="ADAL" clId="{D9B7D299-03D9-4066-B721-A18D50FB850B}" dt="2026-03-12T06:56:12.420" v="2245"/>
          <ac:cxnSpMkLst>
            <pc:docMk/>
            <pc:sldMk cId="3351649651" sldId="257"/>
            <ac:cxnSpMk id="72" creationId="{87643920-F3D8-2ECF-0B97-786939EA4665}"/>
          </ac:cxnSpMkLst>
        </pc:cxnChg>
        <pc:cxnChg chg="add mod ord">
          <ac:chgData name="Tandon, Vaibhav" userId="4e3ae34e-51fa-4644-b1ac-63c48760b956" providerId="ADAL" clId="{D9B7D299-03D9-4066-B721-A18D50FB850B}" dt="2026-03-12T06:56:12.420" v="2245"/>
          <ac:cxnSpMkLst>
            <pc:docMk/>
            <pc:sldMk cId="3351649651" sldId="257"/>
            <ac:cxnSpMk id="73" creationId="{70F06945-E299-F8CB-A674-9DA3D5059FB4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992246988785823E-3"/>
          <c:y val="4.7986289631533847E-2"/>
          <c:w val="0.98560155060224286"/>
          <c:h val="0.904027420736932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4B4B4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16709511568123395"/>
                </c:manualLayout>
              </c:layout>
              <c:numFmt formatCode="0.00;&quot;-&quot;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B47-4081-A7E2-362AD67C3A50}"/>
                </c:ext>
              </c:extLst>
            </c:dLbl>
            <c:dLbl>
              <c:idx val="1"/>
              <c:layout>
                <c:manualLayout>
                  <c:x val="0"/>
                  <c:y val="-0.26763781776635248"/>
                </c:manualLayout>
              </c:layout>
              <c:numFmt formatCode="0.00;&quot;-&quot;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B47-4081-A7E2-362AD67C3A50}"/>
                </c:ext>
              </c:extLst>
            </c:dLbl>
            <c:dLbl>
              <c:idx val="2"/>
              <c:layout>
                <c:manualLayout>
                  <c:x val="0"/>
                  <c:y val="-0.41759497286489572"/>
                </c:manualLayout>
              </c:layout>
              <c:numFmt formatCode="0.00;&quot;-&quot;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B47-4081-A7E2-362AD67C3A5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12.9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7-4081-A7E2-362AD67C3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6780608"/>
        <c:axId val="1"/>
      </c:barChart>
      <c:catAx>
        <c:axId val="1467806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467806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THINKCELL_TEMPLATE_BAR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chart" Target="../charts/chart1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3D58F7C-8AD8-9654-D896-7AC78BC4720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57141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606" imgH="608" progId="TCLayout.ActiveDocument.1">
                  <p:embed/>
                </p:oleObj>
              </mc:Choice>
              <mc:Fallback>
                <p:oleObj name="think-cell Slide" r:id="rId13" imgW="606" imgH="60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D58F7C-8AD8-9654-D896-7AC78BC472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9C1ED83C-75A3-66B2-96C1-E1C373FC2EB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62123">
              <a:extLst>
                <a:ext uri="{FF2B5EF4-FFF2-40B4-BE49-F238E27FC236}">
                  <a16:creationId xmlns:a16="http://schemas.microsoft.com/office/drawing/2014/main" id="{BAE0B0FE-10BB-DAA6-5AF5-0544BE64F3C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822961">
              <a:extLst>
                <a:ext uri="{FF2B5EF4-FFF2-40B4-BE49-F238E27FC236}">
                  <a16:creationId xmlns:a16="http://schemas.microsoft.com/office/drawing/2014/main" id="{B1440492-A203-DBDB-E41A-8A6D9F6C7AB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82756">
              <a:extLst>
                <a:ext uri="{FF2B5EF4-FFF2-40B4-BE49-F238E27FC236}">
                  <a16:creationId xmlns:a16="http://schemas.microsoft.com/office/drawing/2014/main" id="{EE2AE9D7-DB54-5210-74B0-DA1370E6330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15522">
              <a:extLst>
                <a:ext uri="{FF2B5EF4-FFF2-40B4-BE49-F238E27FC236}">
                  <a16:creationId xmlns:a16="http://schemas.microsoft.com/office/drawing/2014/main" id="{FDE4FCE3-550D-420C-C658-10C840DFCBC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9C53900-56A5-5AC1-9114-50C18F748AD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238391">
              <a:extLst>
                <a:ext uri="{FF2B5EF4-FFF2-40B4-BE49-F238E27FC236}">
                  <a16:creationId xmlns:a16="http://schemas.microsoft.com/office/drawing/2014/main" id="{C8CF4AD1-A17C-687C-A7A0-8279E83EAF5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856580">
              <a:extLst>
                <a:ext uri="{FF2B5EF4-FFF2-40B4-BE49-F238E27FC236}">
                  <a16:creationId xmlns:a16="http://schemas.microsoft.com/office/drawing/2014/main" id="{9E2519D5-A653-C2E6-A11F-087A841ECAA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163510">
              <a:extLst>
                <a:ext uri="{FF2B5EF4-FFF2-40B4-BE49-F238E27FC236}">
                  <a16:creationId xmlns:a16="http://schemas.microsoft.com/office/drawing/2014/main" id="{FBC1801F-E18D-B9F8-6A95-3F2456C39AD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41394">
              <a:extLst>
                <a:ext uri="{FF2B5EF4-FFF2-40B4-BE49-F238E27FC236}">
                  <a16:creationId xmlns:a16="http://schemas.microsoft.com/office/drawing/2014/main" id="{85D6740B-138A-9092-4520-137B2DF4CCA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08E6F5-C50B-E6CC-F5E8-365D2E75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2" name="Chart 91">
            <a:extLst>
              <a:ext uri="{FF2B5EF4-FFF2-40B4-BE49-F238E27FC236}">
                <a16:creationId xmlns:a16="http://schemas.microsoft.com/office/drawing/2014/main" id="{7B946FFA-5433-72FF-D976-FF241BD54C46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03586687"/>
              </p:ext>
            </p:extLst>
          </p:nvPr>
        </p:nvGraphicFramePr>
        <p:xfrm>
          <a:off x="473075" y="1079500"/>
          <a:ext cx="11466513" cy="5557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5" name="Text Placeholder">
            <a:extLst>
              <a:ext uri="{FF2B5EF4-FFF2-40B4-BE49-F238E27FC236}">
                <a16:creationId xmlns:a16="http://schemas.microsoft.com/office/drawing/2014/main" id="{D6724721-CB15-7CDB-140F-CF37F6C8CCFA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00050" y="629443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1ABC7C9-321B-4F29-99C9-FB16C9B98524}" type="datetime'''''''''''''''''''''''''''''''''''''0'''''''''''''''''''''">
              <a:rPr lang="en-US" altLang="en-US" sz="1000" smtClean="0">
                <a:solidFill>
                  <a:srgbClr val="000000"/>
                </a:solidFill>
              </a:rPr>
              <a:pPr/>
              <a:t>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74FF7F02-750F-15B5-2D3E-2677828A3491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330200" y="50387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F482A229-BFEE-4575-ACDE-B539891417D3}" type="datetime'1''''''''''''0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39B09300-4F71-4C17-73A5-8D9318F1FF9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30200" y="37814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0BF9621-4BE4-4E61-AF22-5010AAD8C731}" type="datetime'''''''''''''''''''''''''''''''''''''20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759777B8-58A4-A808-D154-CEC9359FE0F7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330200" y="25257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FB59673D-68B1-4352-A514-FC5DAFE16F25}" type="datetime'''''''3''''''''0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2" name="Text Placeholder">
            <a:extLst>
              <a:ext uri="{FF2B5EF4-FFF2-40B4-BE49-F238E27FC236}">
                <a16:creationId xmlns:a16="http://schemas.microsoft.com/office/drawing/2014/main" id="{2BF6EFB9-B12D-7DCB-AB31-E244B4A10C9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30200" y="12700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31C18BE-9A02-4C4F-9319-50779C7C48A7}" type="datetime'''''''''''''''''4''''''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C3984CD8-2F83-0FD2-AB73-BDA4516C9D9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292350" y="6413500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915BD5B-CA14-4307-8E45-6D3CB3174F00}" type="datetime'''''''2''''''''''''0''''''2''''''''''''4'''''''''''''''''''">
              <a:rPr lang="en-US" altLang="en-US" sz="1000" smtClean="0">
                <a:solidFill>
                  <a:srgbClr val="000000"/>
                </a:solidFill>
              </a:rPr>
              <a:pPr/>
              <a:t>2024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4E7C61EC-A535-FF99-CFDB-832F43221CBE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6059488" y="6413500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BAC449C-ED58-4C04-97A6-8BC686CDEFB0}" type="datetime'2''''''''''''''0''2''''''''''''5'''''''''''''">
              <a:rPr lang="en-US" altLang="en-US" sz="1000" smtClean="0">
                <a:solidFill>
                  <a:srgbClr val="000000"/>
                </a:solidFill>
              </a:rPr>
              <a:pPr/>
              <a:t>2025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FB5D2B99-3C43-18DD-91FE-076A973814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826625" y="6413500"/>
            <a:ext cx="2921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C6CF2E9-5B22-4A27-AF4F-71B0095F8531}" type="datetime'''''''''''''''''''''''''2''02''6'''''''''''''''''''''''''">
              <a:rPr lang="en-US" altLang="en-US" sz="1000" smtClean="0">
                <a:solidFill>
                  <a:srgbClr val="000000"/>
                </a:solidFill>
              </a:rPr>
              <a:pPr/>
              <a:t>2026</a:t>
            </a:fld>
            <a:endParaRPr lang="en-US" sz="10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1649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OFFICE" val="Boston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THINKCELLPRESENTATIONDONOTDELETE" val="&lt;?xml version=&quot;1.0&quot; encoding=&quot;UTF-16&quot; standalone=&quot;yes&quot;?&gt;&lt;root reqver=&quot;30783&quot;&gt;&lt;version val=&quot;36982&quot;/&gt;&lt;CPresentation id=&quot;1&quot;&gt;&lt;m_precDefaultNumber&gt;&lt;m_bNumberIsYear val=&quot;1&quot;/&gt;&lt;m_chMinusSymbol&gt;-&lt;/m_chMinusSymbol&gt;&lt;m_chDecimalSymbol17909&gt;.&lt;/m_chDecimalSymbol17909&gt;&lt;m_nGroupingDigits17909 val=&quot;2147483647&quot;/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WVl9emSDm_9yJdY7Os2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uMelWjCbnlmqstcNfwd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7mUyerQti8G.qobU0GvP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tt29EaduaRfHi4q04kY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K.eeS7gymWPRsC.dhcJ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D0EF0q8sDGxtD4ozgn9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QQFcJr2PN5kw1DX0LKw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kVP8yWqvNokPqFMWU1Y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90lsmsP5lyZQGr4e3.VA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Bain Core</vt:lpstr>
      <vt:lpstr>think-cell Slide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Selvakumar, Varun</dc:creator>
  <cp:lastModifiedBy>Tandon, Vaibhav</cp:lastModifiedBy>
  <cp:revision>10</cp:revision>
  <cp:lastPrinted>2017-02-15T14:23:56Z</cp:lastPrinted>
  <dcterms:created xsi:type="dcterms:W3CDTF">2026-02-02T07:38:07Z</dcterms:created>
  <dcterms:modified xsi:type="dcterms:W3CDTF">2026-03-12T06:59:52Z</dcterms:modified>
</cp:coreProperties>
</file>